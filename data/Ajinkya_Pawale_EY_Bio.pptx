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5"/>
    <p:sldMasterId id="2147483708" r:id="rId6"/>
    <p:sldMasterId id="2147483680" r:id="rId7"/>
    <p:sldMasterId id="2147483694" r:id="rId8"/>
    <p:sldMasterId id="2147483805" r:id="rId9"/>
    <p:sldMasterId id="2147483823" r:id="rId10"/>
  </p:sldMasterIdLst>
  <p:notesMasterIdLst>
    <p:notesMasterId r:id="rId12"/>
  </p:notesMasterIdLst>
  <p:handoutMasterIdLst>
    <p:handoutMasterId r:id="rId13"/>
  </p:handoutMasterIdLst>
  <p:sldIdLst>
    <p:sldId id="386" r:id="rId11"/>
  </p:sldIdLst>
  <p:sldSz cx="12198350" cy="6858000"/>
  <p:notesSz cx="6797675" cy="9928225"/>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96" userDrawn="1">
          <p15:clr>
            <a:srgbClr val="A4A3A4"/>
          </p15:clr>
        </p15:guide>
        <p15:guide id="2" orient="horz" pos="664">
          <p15:clr>
            <a:srgbClr val="A4A3A4"/>
          </p15:clr>
        </p15:guide>
        <p15:guide id="3" orient="horz" pos="3864" userDrawn="1">
          <p15:clr>
            <a:srgbClr val="A4A3A4"/>
          </p15:clr>
        </p15:guide>
        <p15:guide id="4" orient="horz" pos="898">
          <p15:clr>
            <a:srgbClr val="A4A3A4"/>
          </p15:clr>
        </p15:guide>
        <p15:guide id="5" orient="horz" pos="126">
          <p15:clr>
            <a:srgbClr val="A4A3A4"/>
          </p15:clr>
        </p15:guide>
        <p15:guide id="6" orient="horz" pos="1258">
          <p15:clr>
            <a:srgbClr val="A4A3A4"/>
          </p15:clr>
        </p15:guide>
        <p15:guide id="7" orient="horz" pos="388">
          <p15:clr>
            <a:srgbClr val="A4A3A4"/>
          </p15:clr>
        </p15:guide>
        <p15:guide id="8" orient="horz" pos="4104" userDrawn="1">
          <p15:clr>
            <a:srgbClr val="A4A3A4"/>
          </p15:clr>
        </p15:guide>
        <p15:guide id="9" orient="horz" pos="4065" userDrawn="1">
          <p15:clr>
            <a:srgbClr val="A4A3A4"/>
          </p15:clr>
        </p15:guide>
        <p15:guide id="10" pos="3842">
          <p15:clr>
            <a:srgbClr val="A4A3A4"/>
          </p15:clr>
        </p15:guide>
        <p15:guide id="11" pos="384">
          <p15:clr>
            <a:srgbClr val="A4A3A4"/>
          </p15:clr>
        </p15:guide>
        <p15:guide id="12" pos="7299">
          <p15:clr>
            <a:srgbClr val="A4A3A4"/>
          </p15:clr>
        </p15:guide>
        <p15:guide id="13" pos="3905">
          <p15:clr>
            <a:srgbClr val="A4A3A4"/>
          </p15:clr>
        </p15:guide>
        <p15:guide id="14" pos="379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FFFF"/>
    <a:srgbClr val="0A2C83"/>
    <a:srgbClr val="CBE300"/>
    <a:srgbClr val="D3D5DD"/>
    <a:srgbClr val="999999"/>
    <a:srgbClr val="E6E6E6"/>
    <a:srgbClr val="F0F0F0"/>
    <a:srgbClr val="C0C0C0"/>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2" y="72"/>
      </p:cViewPr>
      <p:guideLst>
        <p:guide orient="horz" pos="3096"/>
        <p:guide orient="horz" pos="664"/>
        <p:guide orient="horz" pos="3864"/>
        <p:guide orient="horz" pos="898"/>
        <p:guide orient="horz" pos="126"/>
        <p:guide orient="horz" pos="1258"/>
        <p:guide orient="horz" pos="388"/>
        <p:guide orient="horz" pos="4104"/>
        <p:guide orient="horz" pos="4065"/>
        <p:guide pos="3842"/>
        <p:guide pos="384"/>
        <p:guide pos="7299"/>
        <p:guide pos="3905"/>
        <p:guide pos="379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slideMaster" Target="slideMasters/slideMaster6.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tags" Target="tags/tag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Truong" userId="93e4df6e-6619-497d-8ed2-09ec1c2111b0" providerId="ADAL" clId="{6D7F0916-AA08-45AD-98A0-2BF85A2DFCA5}"/>
    <pc:docChg chg="undo custSel modSld">
      <pc:chgData name="Alexandre Truong" userId="93e4df6e-6619-497d-8ed2-09ec1c2111b0" providerId="ADAL" clId="{6D7F0916-AA08-45AD-98A0-2BF85A2DFCA5}" dt="2025-05-07T15:17:56.336" v="736" actId="108"/>
      <pc:docMkLst>
        <pc:docMk/>
      </pc:docMkLst>
      <pc:sldChg chg="addSp delSp modSp mod">
        <pc:chgData name="Alexandre Truong" userId="93e4df6e-6619-497d-8ed2-09ec1c2111b0" providerId="ADAL" clId="{6D7F0916-AA08-45AD-98A0-2BF85A2DFCA5}" dt="2025-05-07T15:17:56.336" v="736" actId="108"/>
        <pc:sldMkLst>
          <pc:docMk/>
          <pc:sldMk cId="3577324233" sldId="386"/>
        </pc:sldMkLst>
        <pc:spChg chg="mod">
          <ac:chgData name="Alexandre Truong" userId="93e4df6e-6619-497d-8ed2-09ec1c2111b0" providerId="ADAL" clId="{6D7F0916-AA08-45AD-98A0-2BF85A2DFCA5}" dt="2025-05-07T15:17:45.293" v="732" actId="21"/>
          <ac:spMkLst>
            <pc:docMk/>
            <pc:sldMk cId="3577324233" sldId="386"/>
            <ac:spMk id="18" creationId="{00000000-0000-0000-0000-000000000000}"/>
          </ac:spMkLst>
        </pc:spChg>
        <pc:spChg chg="mod">
          <ac:chgData name="Alexandre Truong" userId="93e4df6e-6619-497d-8ed2-09ec1c2111b0" providerId="ADAL" clId="{6D7F0916-AA08-45AD-98A0-2BF85A2DFCA5}" dt="2025-05-07T14:48:55.953" v="17" actId="20577"/>
          <ac:spMkLst>
            <pc:docMk/>
            <pc:sldMk cId="3577324233" sldId="386"/>
            <ac:spMk id="22" creationId="{00000000-0000-0000-0000-000000000000}"/>
          </ac:spMkLst>
        </pc:spChg>
        <pc:spChg chg="mod">
          <ac:chgData name="Alexandre Truong" userId="93e4df6e-6619-497d-8ed2-09ec1c2111b0" providerId="ADAL" clId="{6D7F0916-AA08-45AD-98A0-2BF85A2DFCA5}" dt="2025-05-07T15:17:56.336" v="736" actId="108"/>
          <ac:spMkLst>
            <pc:docMk/>
            <pc:sldMk cId="3577324233" sldId="386"/>
            <ac:spMk id="29" creationId="{00000000-0000-0000-0000-000000000000}"/>
          </ac:spMkLst>
        </pc:spChg>
        <pc:picChg chg="add del">
          <ac:chgData name="Alexandre Truong" userId="93e4df6e-6619-497d-8ed2-09ec1c2111b0" providerId="ADAL" clId="{6D7F0916-AA08-45AD-98A0-2BF85A2DFCA5}" dt="2025-05-07T14:48:49.871" v="4" actId="22"/>
          <ac:picMkLst>
            <pc:docMk/>
            <pc:sldMk cId="3577324233" sldId="386"/>
            <ac:picMk id="3" creationId="{C5E01D79-E542-96D1-89FB-CA563D0804D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2"/>
          </a:xfrm>
          <a:prstGeom prst="rect">
            <a:avLst/>
          </a:prstGeom>
        </p:spPr>
        <p:txBody>
          <a:bodyPr vert="horz" lIns="92492" tIns="46246" rIns="92492" bIns="46246" rtlCol="0"/>
          <a:lstStyle>
            <a:lvl1pPr algn="l">
              <a:defRPr sz="1200"/>
            </a:lvl1pPr>
          </a:lstStyle>
          <a:p>
            <a:endParaRPr lang="en-GB">
              <a:latin typeface="Arial" pitchFamily="34" charset="0"/>
            </a:endParaRPr>
          </a:p>
        </p:txBody>
      </p:sp>
      <p:sp>
        <p:nvSpPr>
          <p:cNvPr id="3" name="Date Placeholder 2"/>
          <p:cNvSpPr>
            <a:spLocks noGrp="1"/>
          </p:cNvSpPr>
          <p:nvPr>
            <p:ph type="dt" sz="quarter" idx="1"/>
          </p:nvPr>
        </p:nvSpPr>
        <p:spPr>
          <a:xfrm>
            <a:off x="3850444" y="0"/>
            <a:ext cx="2945659" cy="496412"/>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07/05/2025</a:t>
            </a:fld>
            <a:endParaRPr lang="en-GB">
              <a:latin typeface="Arial" pitchFamily="34" charset="0"/>
            </a:endParaRPr>
          </a:p>
        </p:txBody>
      </p:sp>
      <p:sp>
        <p:nvSpPr>
          <p:cNvPr id="4" name="Footer Placeholder 3"/>
          <p:cNvSpPr>
            <a:spLocks noGrp="1"/>
          </p:cNvSpPr>
          <p:nvPr>
            <p:ph type="ftr" sz="quarter" idx="2"/>
          </p:nvPr>
        </p:nvSpPr>
        <p:spPr>
          <a:xfrm>
            <a:off x="0" y="9430090"/>
            <a:ext cx="2945659" cy="496412"/>
          </a:xfrm>
          <a:prstGeom prst="rect">
            <a:avLst/>
          </a:prstGeom>
        </p:spPr>
        <p:txBody>
          <a:bodyPr vert="horz" lIns="92492" tIns="46246" rIns="92492" bIns="46246" rtlCol="0" anchor="b"/>
          <a:lstStyle>
            <a:lvl1pPr algn="l">
              <a:defRPr sz="1200"/>
            </a:lvl1pPr>
          </a:lstStyle>
          <a:p>
            <a:endParaRPr lang="en-GB">
              <a:latin typeface="Arial" pitchFamily="34" charset="0"/>
            </a:endParaRPr>
          </a:p>
        </p:txBody>
      </p:sp>
      <p:sp>
        <p:nvSpPr>
          <p:cNvPr id="5" name="Slide Number Placeholder 4"/>
          <p:cNvSpPr>
            <a:spLocks noGrp="1"/>
          </p:cNvSpPr>
          <p:nvPr>
            <p:ph type="sldNum" sz="quarter" idx="3"/>
          </p:nvPr>
        </p:nvSpPr>
        <p:spPr>
          <a:xfrm>
            <a:off x="3850444" y="9430090"/>
            <a:ext cx="2945659" cy="496412"/>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2"/>
          </a:xfrm>
          <a:prstGeom prst="rect">
            <a:avLst/>
          </a:prstGeom>
        </p:spPr>
        <p:txBody>
          <a:bodyPr vert="horz" lIns="92492" tIns="46246" rIns="92492" bIns="46246" rtlCol="0"/>
          <a:lstStyle>
            <a:lvl1pPr algn="l">
              <a:defRPr sz="1200">
                <a:latin typeface="Arial" pitchFamily="34" charset="0"/>
              </a:defRPr>
            </a:lvl1pPr>
          </a:lstStyle>
          <a:p>
            <a:endParaRPr lang="en-GB"/>
          </a:p>
        </p:txBody>
      </p:sp>
      <p:sp>
        <p:nvSpPr>
          <p:cNvPr id="3" name="Date Placeholder 2"/>
          <p:cNvSpPr>
            <a:spLocks noGrp="1"/>
          </p:cNvSpPr>
          <p:nvPr>
            <p:ph type="dt" idx="1"/>
          </p:nvPr>
        </p:nvSpPr>
        <p:spPr>
          <a:xfrm>
            <a:off x="3850444" y="0"/>
            <a:ext cx="2945659" cy="496412"/>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07/05/2025</a:t>
            </a:fld>
            <a:endParaRPr lang="en-GB"/>
          </a:p>
        </p:txBody>
      </p:sp>
      <p:sp>
        <p:nvSpPr>
          <p:cNvPr id="4" name="Slide Image Placeholder 3"/>
          <p:cNvSpPr>
            <a:spLocks noGrp="1" noRot="1" noChangeAspect="1"/>
          </p:cNvSpPr>
          <p:nvPr>
            <p:ph type="sldImg" idx="2"/>
          </p:nvPr>
        </p:nvSpPr>
        <p:spPr>
          <a:xfrm>
            <a:off x="88900" y="744538"/>
            <a:ext cx="6619875" cy="3722687"/>
          </a:xfrm>
          <a:prstGeom prst="rect">
            <a:avLst/>
          </a:prstGeom>
          <a:noFill/>
          <a:ln w="12700">
            <a:solidFill>
              <a:prstClr val="black"/>
            </a:solidFill>
          </a:ln>
        </p:spPr>
        <p:txBody>
          <a:bodyPr vert="horz" lIns="92492" tIns="46246" rIns="92492" bIns="46246" rtlCol="0" anchor="ctr"/>
          <a:lstStyle/>
          <a:p>
            <a:endParaRPr lang="en-GB"/>
          </a:p>
        </p:txBody>
      </p:sp>
      <p:sp>
        <p:nvSpPr>
          <p:cNvPr id="5" name="Notes Placeholder 4"/>
          <p:cNvSpPr>
            <a:spLocks noGrp="1"/>
          </p:cNvSpPr>
          <p:nvPr>
            <p:ph type="body" sz="quarter" idx="3"/>
          </p:nvPr>
        </p:nvSpPr>
        <p:spPr>
          <a:xfrm>
            <a:off x="679768" y="4715907"/>
            <a:ext cx="5438140" cy="4467702"/>
          </a:xfrm>
          <a:prstGeom prst="rect">
            <a:avLst/>
          </a:prstGeom>
        </p:spPr>
        <p:txBody>
          <a:bodyPr vert="horz" lIns="92492" tIns="46246" rIns="92492" bIns="4624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0090"/>
            <a:ext cx="2945659" cy="496412"/>
          </a:xfrm>
          <a:prstGeom prst="rect">
            <a:avLst/>
          </a:prstGeom>
        </p:spPr>
        <p:txBody>
          <a:bodyPr vert="horz" lIns="92492" tIns="46246" rIns="92492" bIns="46246" rtlCol="0" anchor="b"/>
          <a:lstStyle>
            <a:lvl1pPr algn="l">
              <a:defRPr sz="1200">
                <a:latin typeface="Arial" pitchFamily="34" charset="0"/>
              </a:defRPr>
            </a:lvl1pPr>
          </a:lstStyle>
          <a:p>
            <a:endParaRPr lang="en-GB"/>
          </a:p>
        </p:txBody>
      </p:sp>
      <p:sp>
        <p:nvSpPr>
          <p:cNvPr id="7" name="Slide Number Placeholder 6"/>
          <p:cNvSpPr>
            <a:spLocks noGrp="1"/>
          </p:cNvSpPr>
          <p:nvPr>
            <p:ph type="sldNum" sz="quarter" idx="5"/>
          </p:nvPr>
        </p:nvSpPr>
        <p:spPr>
          <a:xfrm>
            <a:off x="3850444" y="9430090"/>
            <a:ext cx="2945659" cy="496412"/>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a:p>
        </p:txBody>
      </p:sp>
      <p:sp>
        <p:nvSpPr>
          <p:cNvPr id="614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2100">
                <a:solidFill>
                  <a:schemeClr val="tx1"/>
                </a:solidFill>
                <a:latin typeface="EYInterstate Light" panose="02000506000000020004" pitchFamily="2" charset="0"/>
                <a:cs typeface="Arial" panose="020B0604020202020204" pitchFamily="34" charset="0"/>
              </a:defRPr>
            </a:lvl1pPr>
            <a:lvl2pPr marL="742950" indent="-285750" defTabSz="928688">
              <a:defRPr sz="2100">
                <a:solidFill>
                  <a:schemeClr val="tx1"/>
                </a:solidFill>
                <a:latin typeface="EYInterstate Light" panose="02000506000000020004" pitchFamily="2" charset="0"/>
                <a:cs typeface="Arial" panose="020B0604020202020204" pitchFamily="34" charset="0"/>
              </a:defRPr>
            </a:lvl2pPr>
            <a:lvl3pPr marL="1143000" indent="-228600" defTabSz="928688">
              <a:defRPr sz="2100">
                <a:solidFill>
                  <a:schemeClr val="tx1"/>
                </a:solidFill>
                <a:latin typeface="EYInterstate Light" panose="02000506000000020004" pitchFamily="2" charset="0"/>
                <a:cs typeface="Arial" panose="020B0604020202020204" pitchFamily="34" charset="0"/>
              </a:defRPr>
            </a:lvl3pPr>
            <a:lvl4pPr marL="1600200" indent="-228600" defTabSz="928688">
              <a:defRPr sz="2100">
                <a:solidFill>
                  <a:schemeClr val="tx1"/>
                </a:solidFill>
                <a:latin typeface="EYInterstate Light" panose="02000506000000020004" pitchFamily="2" charset="0"/>
                <a:cs typeface="Arial" panose="020B0604020202020204" pitchFamily="34" charset="0"/>
              </a:defRPr>
            </a:lvl4pPr>
            <a:lvl5pPr marL="2057400" indent="-228600" defTabSz="928688">
              <a:defRPr sz="2100">
                <a:solidFill>
                  <a:schemeClr val="tx1"/>
                </a:solidFill>
                <a:latin typeface="EYInterstate Light" panose="02000506000000020004" pitchFamily="2" charset="0"/>
                <a:cs typeface="Arial" panose="020B0604020202020204" pitchFamily="34" charset="0"/>
              </a:defRPr>
            </a:lvl5pPr>
            <a:lvl6pPr marL="25146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6pPr>
            <a:lvl7pPr marL="29718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7pPr>
            <a:lvl8pPr marL="34290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8pPr>
            <a:lvl9pPr marL="3886200" indent="-228600" defTabSz="928688" eaLnBrk="0" fontAlgn="base" hangingPunct="0">
              <a:spcBef>
                <a:spcPct val="0"/>
              </a:spcBef>
              <a:spcAft>
                <a:spcPct val="0"/>
              </a:spcAft>
              <a:defRPr sz="2100">
                <a:solidFill>
                  <a:schemeClr val="tx1"/>
                </a:solidFill>
                <a:latin typeface="EYInterstate Light" panose="02000506000000020004" pitchFamily="2" charset="0"/>
                <a:cs typeface="Arial" panose="020B0604020202020204" pitchFamily="34" charset="0"/>
              </a:defRPr>
            </a:lvl9pPr>
          </a:lstStyle>
          <a:p>
            <a:fld id="{320CDB9D-21E0-4009-B510-9BC2B226533B}" type="slidenum">
              <a:rPr lang="en-GB" altLang="fr-FR" sz="1000" smtClean="0">
                <a:latin typeface="EYInterstate" panose="02000503020000020004" pitchFamily="2" charset="0"/>
              </a:rPr>
              <a:pPr/>
              <a:t>1</a:t>
            </a:fld>
            <a:endParaRPr lang="en-GB" altLang="fr-FR" sz="1000">
              <a:latin typeface="EYInterstate" panose="02000503020000020004" pitchFamily="2" charset="0"/>
            </a:endParaRPr>
          </a:p>
        </p:txBody>
      </p:sp>
    </p:spTree>
    <p:extLst>
      <p:ext uri="{BB962C8B-B14F-4D97-AF65-F5344CB8AC3E}">
        <p14:creationId xmlns:p14="http://schemas.microsoft.com/office/powerpoint/2010/main" val="2695920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w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w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wmf"/><Relationship Id="rId3" Type="http://schemas.openxmlformats.org/officeDocument/2006/relationships/image" Target="../media/image10.emf"/><Relationship Id="rId4" Type="http://schemas.openxmlformats.org/officeDocument/2006/relationships/image" Target="../media/image8.w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emf"/><Relationship Id="rId3"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w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w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wmf"/><Relationship Id="rId3" Type="http://schemas.openxmlformats.org/officeDocument/2006/relationships/image" Target="../media/image14.emf"/><Relationship Id="rId4" Type="http://schemas.openxmlformats.org/officeDocument/2006/relationships/image" Target="../media/image12.w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emf"/><Relationship Id="rId3" Type="http://schemas.openxmlformats.org/officeDocument/2006/relationships/image" Target="../media/image15.wmf"/><Relationship Id="rId4" Type="http://schemas.openxmlformats.org/officeDocument/2006/relationships/image" Target="../media/image12.w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emf"/><Relationship Id="rId3" Type="http://schemas.openxmlformats.org/officeDocument/2006/relationships/image" Target="../media/image17.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w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jpeg"/><Relationship Id="rId3" Type="http://schemas.openxmlformats.org/officeDocument/2006/relationships/image" Target="../media/image25.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 Id="rId3" Type="http://schemas.openxmlformats.org/officeDocument/2006/relationships/image" Target="../media/image2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5.xml"/><Relationship Id="rId3" Type="http://schemas.openxmlformats.org/officeDocument/2006/relationships/oleObject" Target="../embeddings/oleObject2.bin"/><Relationship Id="rId4" Type="http://schemas.openxmlformats.org/officeDocument/2006/relationships/image" Target="../media/image29.emf"/></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5.xml"/><Relationship Id="rId3" Type="http://schemas.openxmlformats.org/officeDocument/2006/relationships/oleObject" Target="../embeddings/oleObject2.bin"/><Relationship Id="rId4" Type="http://schemas.openxmlformats.org/officeDocument/2006/relationships/image" Target="../media/image20.emf"/></Relationships>
</file>

<file path=ppt/slideLayouts/_rels/slideLayout9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5.xml"/><Relationship Id="rId3" Type="http://schemas.openxmlformats.org/officeDocument/2006/relationships/oleObject" Target="../embeddings/oleObject2.bin"/><Relationship Id="rId4" Type="http://schemas.openxmlformats.org/officeDocument/2006/relationships/image" Target="../media/image20.emf"/></Relationships>
</file>

<file path=ppt/slideLayouts/_rels/slideLayout94.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 Id="rId5" Type="http://schemas.openxmlformats.org/officeDocument/2006/relationships/image" Target="../media/image31.emf"/><Relationship Id="rId6" Type="http://schemas.openxmlformats.org/officeDocument/2006/relationships/image" Target="../media/image4.emf"/></Relationships>
</file>

<file path=ppt/slideLayouts/_rels/slideLayout95.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96.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97.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98.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99.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100.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 Id="rId5" Type="http://schemas.openxmlformats.org/officeDocument/2006/relationships/image" Target="../media/image32.jpeg"/></Relationships>
</file>

<file path=ppt/slideLayouts/_rels/slideLayout101.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 Id="rId5" Type="http://schemas.openxmlformats.org/officeDocument/2006/relationships/image" Target="../media/image31.emf"/></Relationships>
</file>

<file path=ppt/slideLayouts/_rels/slideLayout102.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103.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104.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105.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_rels/slideLayout106.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6.xml"/><Relationship Id="rId3" Type="http://schemas.openxmlformats.org/officeDocument/2006/relationships/oleObject" Target="../embeddings/oleObject4.bin"/><Relationship Id="rId4" Type="http://schemas.openxmlformats.org/officeDocument/2006/relationships/image" Target="../media/image3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8"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fr-FR"/>
              <a:t>Modifiez le style du titre</a:t>
            </a:r>
            <a:endParaRPr lang="en-GB"/>
          </a:p>
        </p:txBody>
      </p:sp>
      <p:sp>
        <p:nvSpPr>
          <p:cNvPr id="10"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fr-FR"/>
              <a:t>Modifiez le style des sous-titres du masque</a:t>
            </a: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fr-FR"/>
              <a:t>Modifiez le style des sous-titres du masque</a:t>
            </a:r>
            <a:endParaRPr lang="en-GB"/>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a:xfrm>
            <a:off x="609918" y="1425600"/>
            <a:ext cx="10978515" cy="4700016"/>
          </a:xfrm>
        </p:spPr>
        <p:txBody>
          <a:bodyPr/>
          <a:lstStyle>
            <a:lvl1pPr>
              <a:defRPr>
                <a:latin typeface="EYInterstate Light" panose="02000506000000020004" pitchFamily="2" charset="0"/>
              </a:defRPr>
            </a:lvl1pPr>
            <a:lvl2pPr>
              <a:defRPr>
                <a:latin typeface="EYInterstate Light" panose="02000506000000020004" pitchFamily="2" charset="0"/>
              </a:defRPr>
            </a:lvl2pPr>
            <a:lvl3pPr>
              <a:defRPr>
                <a:latin typeface="EYInterstate Light" panose="02000506000000020004" pitchFamily="2" charset="0"/>
              </a:defRPr>
            </a:lvl3pPr>
            <a:lvl4pPr>
              <a:defRPr>
                <a:latin typeface="EYInterstate Light" panose="02000506000000020004" pitchFamily="2" charset="0"/>
              </a:defRPr>
            </a:lvl4pPr>
            <a:lvl5pPr>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5" name="Date Placeholder 4"/>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9" name="Footer Placeholder 8"/>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p:txBody>
          <a:bodyPr/>
          <a:lstStyle>
            <a:lvl1pPr marL="0" indent="0">
              <a:spcBef>
                <a:spcPts val="0"/>
              </a:spcBef>
              <a:buNone/>
              <a:defRPr>
                <a:latin typeface="EYInterstate Light" panose="02000506000000020004" pitchFamily="2" charset="0"/>
              </a:defRPr>
            </a:lvl1pPr>
            <a:lvl2pPr marL="0" indent="0">
              <a:spcBef>
                <a:spcPts val="0"/>
              </a:spcBef>
              <a:buNone/>
              <a:defRPr>
                <a:latin typeface="EYInterstate Light" panose="02000506000000020004" pitchFamily="2" charset="0"/>
              </a:defRPr>
            </a:lvl2pPr>
            <a:lvl3pPr marL="0" indent="0">
              <a:spcBef>
                <a:spcPts val="0"/>
              </a:spcBef>
              <a:buNone/>
              <a:defRPr>
                <a:latin typeface="EYInterstate Light" panose="02000506000000020004" pitchFamily="2" charset="0"/>
              </a:defRPr>
            </a:lvl3pPr>
            <a:lvl4pPr marL="0" indent="0">
              <a:spcBef>
                <a:spcPts val="0"/>
              </a:spcBef>
              <a:buNone/>
              <a:defRPr>
                <a:latin typeface="EYInterstate Light" panose="02000506000000020004" pitchFamily="2" charset="0"/>
              </a:defRPr>
            </a:lvl4pPr>
            <a:lvl5pPr marL="0" indent="0">
              <a:spcBef>
                <a:spcPts val="0"/>
              </a:spcBef>
              <a:buNone/>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886118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idx="1"/>
          </p:nvPr>
        </p:nvSpPr>
        <p:spPr/>
        <p:txBody>
          <a:bodyPr/>
          <a:lstStyle>
            <a:lvl1pPr marL="0" indent="0">
              <a:buNone/>
              <a:defRPr>
                <a:latin typeface="EYInterstate Light" panose="02000506000000020004" pitchFamily="2" charset="0"/>
              </a:defRPr>
            </a:lvl1pPr>
            <a:lvl2pPr marL="356616">
              <a:defRPr>
                <a:latin typeface="EYInterstate Light" panose="02000506000000020004" pitchFamily="2" charset="0"/>
              </a:defRPr>
            </a:lvl2pPr>
            <a:lvl3pPr marL="713232">
              <a:defRPr>
                <a:latin typeface="EYInterstate Light" panose="02000506000000020004" pitchFamily="2" charset="0"/>
              </a:defRPr>
            </a:lvl3pPr>
            <a:lvl4pPr marL="1069848">
              <a:defRPr>
                <a:latin typeface="EYInterstate Light" panose="02000506000000020004" pitchFamily="2" charset="0"/>
              </a:defRPr>
            </a:lvl4pPr>
            <a:lvl5pPr marL="1426464">
              <a:defRPr>
                <a:latin typeface="EYInterstate Light" panose="02000506000000020004"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411917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3" name="Date Placeholder 2"/>
          <p:cNvSpPr>
            <a:spLocks noGrp="1"/>
          </p:cNvSpPr>
          <p:nvPr>
            <p:ph type="dt" sz="half" idx="10"/>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4" name="Footer Placeholder 3"/>
          <p:cNvSpPr>
            <a:spLocks noGrp="1"/>
          </p:cNvSpPr>
          <p:nvPr>
            <p:ph type="ftr" sz="quarter" idx="11"/>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fr-FR"/>
              <a:t>Modifiez le style du titre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3" name="Date Placeholder 2"/>
          <p:cNvSpPr>
            <a:spLocks noGrp="1"/>
          </p:cNvSpPr>
          <p:nvPr>
            <p:ph type="dt" sz="half" idx="10"/>
          </p:nvPr>
        </p:nvSpPr>
        <p:spPr/>
        <p:txBody>
          <a:bodyPr/>
          <a:lstStyle>
            <a:lvl1pPr>
              <a:defRPr>
                <a:solidFill>
                  <a:schemeClr val="bg1"/>
                </a:solidFill>
              </a:defRPr>
            </a:lvl1pPr>
          </a:lstStyle>
          <a:p>
            <a:r>
              <a:rPr lang="en-US"/>
              <a:t>1 January 2014</a:t>
            </a:r>
          </a:p>
        </p:txBody>
      </p:sp>
      <p:sp>
        <p:nvSpPr>
          <p:cNvPr id="4" name="Footer Placeholder 3"/>
          <p:cNvSpPr>
            <a:spLocks noGrp="1"/>
          </p:cNvSpPr>
          <p:nvPr>
            <p:ph type="ftr" sz="quarter" idx="11"/>
          </p:nvPr>
        </p:nvSpPr>
        <p:spPr/>
        <p:txBody>
          <a:bodyPr/>
          <a:lstStyle>
            <a:lvl1pPr>
              <a:defRPr>
                <a:solidFill>
                  <a:schemeClr val="bg1"/>
                </a:solidFill>
              </a:defRPr>
            </a:lvl1pPr>
          </a:lstStyle>
          <a:p>
            <a:r>
              <a:rPr lang="en-GB"/>
              <a:t>Presentation title</a:t>
            </a:r>
          </a:p>
        </p:txBody>
      </p:sp>
    </p:spTree>
    <p:extLst>
      <p:ext uri="{BB962C8B-B14F-4D97-AF65-F5344CB8AC3E}">
        <p14:creationId xmlns:p14="http://schemas.microsoft.com/office/powerpoint/2010/main" val="34041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EYInterstate Light" panose="02000506000000020004" pitchFamily="2" charset="0"/>
              </a:defRPr>
            </a:lvl1pPr>
          </a:lstStyle>
          <a:p>
            <a:r>
              <a:rPr lang="fr-FR"/>
              <a:t>Modifiez le style du titre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latin typeface="EYInterstate Light" panose="02000506000000020004" pitchFamily="2" charset="0"/>
              </a:defRPr>
            </a:lvl1pPr>
            <a:lvl2pPr>
              <a:defRPr sz="2400">
                <a:solidFill>
                  <a:schemeClr val="bg1"/>
                </a:solidFill>
                <a:latin typeface="EYInterstate Light" panose="02000506000000020004" pitchFamily="2" charset="0"/>
              </a:defRPr>
            </a:lvl2pPr>
            <a:lvl3pPr>
              <a:defRPr sz="2000">
                <a:solidFill>
                  <a:schemeClr val="bg1"/>
                </a:solidFill>
                <a:latin typeface="EYInterstate Light" panose="02000506000000020004" pitchFamily="2" charset="0"/>
              </a:defRPr>
            </a:lvl3pPr>
            <a:lvl4pPr>
              <a:defRPr sz="1800">
                <a:solidFill>
                  <a:schemeClr val="bg1"/>
                </a:solidFill>
                <a:latin typeface="EYInterstate Light" panose="02000506000000020004" pitchFamily="2" charset="0"/>
              </a:defRPr>
            </a:lvl4pPr>
            <a:lvl5pPr>
              <a:defRPr sz="1800">
                <a:solidFill>
                  <a:schemeClr val="bg1"/>
                </a:solidFill>
                <a:latin typeface="EYInterstate Light" panose="02000506000000020004" pitchFamily="2" charset="0"/>
              </a:defRPr>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Content Placeholder 3"/>
          <p:cNvSpPr>
            <a:spLocks noGrp="1"/>
          </p:cNvSpPr>
          <p:nvPr>
            <p:ph sz="half" idx="2"/>
          </p:nvPr>
        </p:nvSpPr>
        <p:spPr>
          <a:xfrm>
            <a:off x="6200828" y="1425575"/>
            <a:ext cx="5387605" cy="4700589"/>
          </a:xfr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lang="en-US" sz="2000" kern="1200" dirty="0" smtClean="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lang="en-US" sz="1800" kern="1200" dirty="0" smtClean="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lang="en-GB" sz="1800" kern="1200" dirty="0">
                <a:solidFill>
                  <a:schemeClr val="bg1"/>
                </a:solidFill>
                <a:latin typeface="EYInterstate Light" panose="02000506000000020004" pitchFamily="2" charset="0"/>
                <a:ea typeface="+mn-ea"/>
                <a:cs typeface="+mn-cs"/>
              </a:defRPr>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5" name="Date Placeholder 4"/>
          <p:cNvSpPr>
            <a:spLocks noGrp="1"/>
          </p:cNvSpPr>
          <p:nvPr>
            <p:ph type="dt" sz="half" idx="10"/>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1"/>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GB"/>
          </a:p>
        </p:txBody>
      </p:sp>
      <p:sp>
        <p:nvSpPr>
          <p:cNvPr id="3"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fr-FR"/>
              <a:t>Modifiez les styles du texte du masque</a:t>
            </a:r>
          </a:p>
        </p:txBody>
      </p:sp>
      <p:sp>
        <p:nvSpPr>
          <p:cNvPr id="11"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fr-FR"/>
              <a:t>Modifiez les styles du texte du masque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5" name="Date Placeholder 4"/>
          <p:cNvSpPr>
            <a:spLocks noGrp="1"/>
          </p:cNvSpPr>
          <p:nvPr>
            <p:ph type="dt" sz="half" idx="14"/>
          </p:nvPr>
        </p:nvSpPr>
        <p:spPr/>
        <p:txBody>
          <a:bodyPr/>
          <a:lstStyle/>
          <a:p>
            <a:r>
              <a:rPr lang="en-US"/>
              <a:t>1 January 2014</a:t>
            </a:r>
          </a:p>
        </p:txBody>
      </p:sp>
      <p:sp>
        <p:nvSpPr>
          <p:cNvPr id="7" name="Footer Placeholder 6"/>
          <p:cNvSpPr>
            <a:spLocks noGrp="1"/>
          </p:cNvSpPr>
          <p:nvPr>
            <p:ph type="ftr" sz="quarter" idx="15"/>
          </p:nvPr>
        </p:nvSpPr>
        <p:spPr/>
        <p:txBody>
          <a:bodyPr/>
          <a:lstStyle/>
          <a:p>
            <a:r>
              <a:rPr lang="en-GB"/>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fr-FR"/>
              <a:t>Modifiez les styles du texte du masque</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2" name="Date Placeholder 1"/>
          <p:cNvSpPr>
            <a:spLocks noGrp="1"/>
          </p:cNvSpPr>
          <p:nvPr>
            <p:ph type="dt" sz="half" idx="12"/>
          </p:nvPr>
        </p:nvSpPr>
        <p:spPr/>
        <p:txBody>
          <a:bodyPr/>
          <a:lstStyle>
            <a:lvl1pPr>
              <a:defRPr>
                <a:solidFill>
                  <a:schemeClr val="bg1"/>
                </a:solidFill>
                <a:latin typeface="EYInterstate Light" panose="02000506000000020004" pitchFamily="2" charset="0"/>
              </a:defRPr>
            </a:lvl1pPr>
          </a:lstStyle>
          <a:p>
            <a:r>
              <a:rPr lang="en-US"/>
              <a:t>1 January 2014</a:t>
            </a:r>
          </a:p>
        </p:txBody>
      </p:sp>
      <p:sp>
        <p:nvSpPr>
          <p:cNvPr id="4" name="Footer Placeholder 3"/>
          <p:cNvSpPr>
            <a:spLocks noGrp="1"/>
          </p:cNvSpPr>
          <p:nvPr>
            <p:ph type="ftr" sz="quarter" idx="13"/>
          </p:nvPr>
        </p:nvSpPr>
        <p:spPr/>
        <p:txBody>
          <a:bodyPr/>
          <a:lstStyle>
            <a:lvl1pPr>
              <a:defRPr>
                <a:solidFill>
                  <a:schemeClr val="bg1"/>
                </a:solidFill>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3913011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latin typeface="EYInterstate Light" panose="02000506000000020004" pitchFamily="2" charset="0"/>
              </a:defRPr>
            </a:lvl1pPr>
          </a:lstStyle>
          <a:p>
            <a:pPr lvl="0" algn="l" fontAlgn="base">
              <a:lnSpc>
                <a:spcPct val="85000"/>
              </a:lnSpc>
              <a:spcAft>
                <a:spcPct val="0"/>
              </a:spcAft>
            </a:pPr>
            <a:r>
              <a:rPr lang="fr-FR"/>
              <a:t>Modifiez le style du titre</a:t>
            </a:r>
            <a:endParaRPr lang="en-US"/>
          </a:p>
        </p:txBody>
      </p:sp>
      <p:sp>
        <p:nvSpPr>
          <p:cNvPr id="4102"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sp>
        <p:nvSpPr>
          <p:cNvPr id="2" name="Date Placeholder 1"/>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3" name="Footer Placeholder 2"/>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fr-FR"/>
              <a:t>Modifiez le style du titre</a:t>
            </a:r>
            <a:endParaRPr lang="en-US"/>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538524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accent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48893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a:solidFill>
                <a:schemeClr val="bg1"/>
              </a:solidFill>
            </a:endParaRPr>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350680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a:p>
        </p:txBody>
      </p:sp>
    </p:spTree>
    <p:extLst>
      <p:ext uri="{BB962C8B-B14F-4D97-AF65-F5344CB8AC3E}">
        <p14:creationId xmlns:p14="http://schemas.microsoft.com/office/powerpoint/2010/main" val="1090007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bg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0754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558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9"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0"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spTree>
    <p:extLst>
      <p:ext uri="{BB962C8B-B14F-4D97-AF65-F5344CB8AC3E}">
        <p14:creationId xmlns:p14="http://schemas.microsoft.com/office/powerpoint/2010/main" val="36741581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EYInterstate Light" panose="02000506000000020004" pitchFamily="2" charset="0"/>
            </a:endParaRPr>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15950"/>
            <a:ext cx="7731125" cy="357505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8" name="Picture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19" name="Title 1"/>
          <p:cNvSpPr>
            <a:spLocks noGrp="1"/>
          </p:cNvSpPr>
          <p:nvPr>
            <p:ph type="ctrTitle"/>
          </p:nvPr>
        </p:nvSpPr>
        <p:spPr>
          <a:xfrm>
            <a:off x="1005840" y="2240280"/>
            <a:ext cx="6879463" cy="860400"/>
          </a:xfrm>
          <a:prstGeom prst="rect">
            <a:avLst/>
          </a:prstGeo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0"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latin typeface="EYInterstate Light" panose="02000506000000020004" pitchFamily="2" charset="0"/>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1"/>
            <a:r>
              <a:rPr lang="en-US"/>
              <a:t>Click to edit Master subtitle style</a:t>
            </a:r>
            <a:endParaRPr lang="en-GB"/>
          </a:p>
        </p:txBody>
      </p:sp>
    </p:spTree>
    <p:extLst>
      <p:ext uri="{BB962C8B-B14F-4D97-AF65-F5344CB8AC3E}">
        <p14:creationId xmlns:p14="http://schemas.microsoft.com/office/powerpoint/2010/main" val="2929507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en-US"/>
              <a:t>Click to edit Master title style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EYInterstate Light" panose="02000506000000020004" pitchFamily="2" charset="0"/>
              </a:defRPr>
            </a:lvl1pPr>
            <a:lvl2pPr>
              <a:defRPr>
                <a:latin typeface="EYInterstate Light" panose="02000506000000020004" pitchFamily="2" charset="0"/>
              </a:defRPr>
            </a:lvl2pPr>
            <a:lvl3pPr>
              <a:defRPr>
                <a:latin typeface="EYInterstate Light" panose="02000506000000020004" pitchFamily="2" charset="0"/>
              </a:defRPr>
            </a:lvl3pPr>
            <a:lvl4pPr>
              <a:defRPr>
                <a:latin typeface="EYInterstate Light" panose="02000506000000020004" pitchFamily="2" charset="0"/>
              </a:defRPr>
            </a:lvl4pPr>
            <a:lvl5pPr>
              <a:defRPr>
                <a:latin typeface="EYInterstate Light" panose="02000506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4" name="Title 3"/>
          <p:cNvSpPr>
            <a:spLocks noGrp="1"/>
          </p:cNvSpPr>
          <p:nvPr>
            <p:ph type="title"/>
          </p:nvPr>
        </p:nvSpPr>
        <p:spPr/>
        <p:txBody>
          <a:bodyPr/>
          <a:lstStyle>
            <a:lvl1pPr>
              <a:defRPr>
                <a:latin typeface="EYInterstate Light" panose="02000506000000020004" pitchFamily="2" charset="0"/>
              </a:defRPr>
            </a:lvl1pPr>
          </a:lstStyle>
          <a:p>
            <a:r>
              <a:rPr lang="en-US"/>
              <a:t>Click to edit Master title style</a:t>
            </a:r>
          </a:p>
        </p:txBody>
      </p:sp>
      <p:sp>
        <p:nvSpPr>
          <p:cNvPr id="5" name="Date Placeholder 4"/>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6" name="Footer Placeholder 5"/>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568748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1665512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19315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76933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4204050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614642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Date Placeholder 11"/>
          <p:cNvSpPr>
            <a:spLocks noGrp="1"/>
          </p:cNvSpPr>
          <p:nvPr>
            <p:ph type="dt" sz="half" idx="14"/>
          </p:nvPr>
        </p:nvSpPr>
        <p:spPr/>
        <p:txBody>
          <a:bodyPr/>
          <a:lstStyle/>
          <a:p>
            <a:r>
              <a:rPr lang="en-US"/>
              <a:t>1 January 2014</a:t>
            </a:r>
          </a:p>
        </p:txBody>
      </p:sp>
      <p:sp>
        <p:nvSpPr>
          <p:cNvPr id="13" name="Footer Placeholder 12"/>
          <p:cNvSpPr>
            <a:spLocks noGrp="1"/>
          </p:cNvSpPr>
          <p:nvPr>
            <p:ph type="ftr" sz="quarter" idx="15"/>
          </p:nvPr>
        </p:nvSpPr>
        <p:spPr/>
        <p:txBody>
          <a:bodyPr/>
          <a:lstStyle/>
          <a:p>
            <a:r>
              <a:rPr lang="en-GB"/>
              <a:t>Presentation title</a:t>
            </a:r>
          </a:p>
        </p:txBody>
      </p:sp>
      <p:sp>
        <p:nvSpPr>
          <p:cNvPr id="14"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en-US"/>
              <a:t>Click to edit Master text styles</a:t>
            </a:r>
          </a:p>
        </p:txBody>
      </p:sp>
      <p:sp>
        <p:nvSpPr>
          <p:cNvPr id="17"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en-US"/>
              <a:t>Click to edit Master text styles</a:t>
            </a:r>
          </a:p>
        </p:txBody>
      </p:sp>
      <p:sp>
        <p:nvSpPr>
          <p:cNvPr id="1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mn-lt"/>
            </a:endParaRPr>
          </a:p>
        </p:txBody>
      </p:sp>
    </p:spTree>
    <p:extLst>
      <p:ext uri="{BB962C8B-B14F-4D97-AF65-F5344CB8AC3E}">
        <p14:creationId xmlns:p14="http://schemas.microsoft.com/office/powerpoint/2010/main" val="18758792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26156250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0448329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308065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308065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0635913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fr-FR"/>
              <a:t>Modifiez le style du titre</a:t>
            </a:r>
            <a:endParaRPr lang="en-US"/>
          </a:p>
        </p:txBody>
      </p:sp>
      <p:sp>
        <p:nvSpPr>
          <p:cNvPr id="7" name="Freeform 6"/>
          <p:cNvSpPr>
            <a:spLocks noChangeAspect="1"/>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accent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p>
        </p:txBody>
      </p:sp>
      <p:sp>
        <p:nvSpPr>
          <p:cNvPr id="3" name="Footer Placeholder 2"/>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473311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EYInterstate Light" panose="02000506000000020004" pitchFamily="2" charset="0"/>
              </a:defRPr>
            </a:lvl1pPr>
          </a:lstStyle>
          <a:p>
            <a:r>
              <a:rPr lang="en-US"/>
              <a:t>1 January 2014</a:t>
            </a:r>
          </a:p>
        </p:txBody>
      </p:sp>
      <p:sp>
        <p:nvSpPr>
          <p:cNvPr id="5" name="Footer Placeholder 4"/>
          <p:cNvSpPr>
            <a:spLocks noGrp="1"/>
          </p:cNvSpPr>
          <p:nvPr>
            <p:ph type="ftr" sz="quarter" idx="11"/>
          </p:nvPr>
        </p:nvSpPr>
        <p:spPr/>
        <p:txBody>
          <a:bodyPr/>
          <a:lstStyle>
            <a:lvl1pPr>
              <a:defRPr>
                <a:latin typeface="EYInterstate Light" panose="02000506000000020004" pitchFamily="2" charset="0"/>
              </a:defRPr>
            </a:lvl1pPr>
          </a:lstStyle>
          <a:p>
            <a:r>
              <a:rPr lang="en-GB"/>
              <a:t>Presentation title</a:t>
            </a:r>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16611261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93976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37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fr-FR"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Ernst &amp; Young </a:t>
            </a:r>
            <a:r>
              <a:rPr kumimoji="0" lang="fr-FR" sz="1400" b="0" i="0" u="none" strike="noStrike" kern="1200" cap="none" spc="0" normalizeH="0" baseline="0" noProof="0" err="1">
                <a:ln>
                  <a:noFill/>
                </a:ln>
                <a:solidFill>
                  <a:schemeClr val="bg1"/>
                </a:solidFill>
                <a:effectLst/>
                <a:uLnTx/>
                <a:uFillTx/>
                <a:latin typeface="EYInterstate Light" panose="02000506000000020004" pitchFamily="2" charset="0"/>
                <a:ea typeface="+mn-ea"/>
                <a:cs typeface="+mn-cs"/>
              </a:rPr>
              <a:t>Advisory</a:t>
            </a:r>
            <a:endParaRPr kumimoji="0" lang="fr-FR" sz="14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 2017 EY Actuaires Conseils. Publié en France.</a:t>
            </a:r>
            <a:br>
              <a:rPr kumimoji="0" lang="fr-FR"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br>
            <a:r>
              <a:rPr kumimoji="0" lang="fr-FR" sz="1100" b="0" i="0" u="none" strike="noStrike" kern="1200" cap="none" spc="-12" normalizeH="0" baseline="0" noProof="0">
                <a:ln>
                  <a:noFill/>
                </a:ln>
                <a:solidFill>
                  <a:schemeClr val="bg1"/>
                </a:solidFill>
                <a:effectLst/>
                <a:uLnTx/>
                <a:uFillTx/>
                <a:latin typeface="EYInterstate Light" panose="02000506000000020004" pitchFamily="2" charset="0"/>
                <a:ea typeface="+mn-ea"/>
                <a:cs typeface="+mn-cs"/>
              </a:rPr>
              <a:t>Tous Droits Réservés.</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La société </a:t>
            </a:r>
            <a:r>
              <a:rPr kumimoji="0" lang="fr-FR" sz="10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 Actuaires Conseils est une société par actions simplifiée</a:t>
            </a: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 inscrite au registre du commerce et des sociétés de Nanterre sous le numéro 430.481.309</a:t>
            </a: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fr-FR"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EY Actuaires Conseils, Tour First – 1 place des Saisons, 92400 Courbevoie, France</a:t>
            </a:r>
            <a:r>
              <a:rPr kumimoji="0" lang="en-GB" sz="1000" b="0" i="0" u="none" strike="noStrike" kern="1200" cap="none" spc="-24" normalizeH="0" baseline="0" noProof="0">
                <a:ln>
                  <a:noFill/>
                </a:ln>
                <a:solidFill>
                  <a:schemeClr val="bg1"/>
                </a:solidFill>
                <a:effectLst/>
                <a:uLnTx/>
                <a:uFillTx/>
                <a:latin typeface="EYInterstate Light" panose="02000506000000020004" pitchFamily="2" charset="0"/>
                <a:ea typeface="+mn-ea"/>
                <a:cs typeface="+mn-cs"/>
              </a:rPr>
              <a:t>.</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bg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07546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7684573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890451" y="1107265"/>
            <a:ext cx="10797223" cy="491706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26517846"/>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
        <p:nvSpPr>
          <p:cNvPr id="6"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1"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EYInterstate Light" panose="02000506000000020004" pitchFamily="2" charset="0"/>
            </a:endParaRPr>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2648" y="612648"/>
            <a:ext cx="7731674" cy="3575304"/>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
        <p:nvSpPr>
          <p:cNvPr id="18" name="Title 1"/>
          <p:cNvSpPr>
            <a:spLocks noGrp="1"/>
          </p:cNvSpPr>
          <p:nvPr>
            <p:ph type="ctrTitle"/>
          </p:nvPr>
        </p:nvSpPr>
        <p:spPr>
          <a:xfrm>
            <a:off x="1005840" y="2240280"/>
            <a:ext cx="6879463" cy="860400"/>
          </a:xfrm>
          <a:prstGeom prst="rect">
            <a:avLst/>
          </a:prstGeom>
        </p:spPr>
        <p:txBody>
          <a:bodyPr/>
          <a:lstStyle>
            <a:lvl1pPr>
              <a:defRPr>
                <a:solidFill>
                  <a:srgbClr val="FFFFFF"/>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FFFFFF"/>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4838" y="385087"/>
            <a:ext cx="5413375" cy="4572000"/>
          </a:xfrm>
          <a:prstGeom prst="rect">
            <a:avLst/>
          </a:prstGeom>
        </p:spPr>
      </p:pic>
      <p:sp>
        <p:nvSpPr>
          <p:cNvPr id="21" name="Title 1"/>
          <p:cNvSpPr>
            <a:spLocks noGrp="1"/>
          </p:cNvSpPr>
          <p:nvPr>
            <p:ph type="ctrTitle"/>
          </p:nvPr>
        </p:nvSpPr>
        <p:spPr>
          <a:xfrm>
            <a:off x="996696" y="1691640"/>
            <a:ext cx="4597400" cy="860400"/>
          </a:xfrm>
          <a:prstGeom prst="rect">
            <a:avLst/>
          </a:prstGeom>
        </p:spPr>
        <p:txBody>
          <a:bodyPr/>
          <a:lstStyle>
            <a:lvl1pPr>
              <a:defRPr>
                <a:solidFill>
                  <a:srgbClr val="FFFFFF"/>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2"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FFFFFF"/>
                </a:solidFill>
                <a:latin typeface="EYInterstate Light" panose="02000506000000020004" pitchFamily="2" charset="0"/>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23" name="Picture 2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1752123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1" name="Group 10"/>
          <p:cNvGrpSpPr/>
          <p:nvPr userDrawn="1"/>
        </p:nvGrpSpPr>
        <p:grpSpPr>
          <a:xfrm>
            <a:off x="0" y="1628775"/>
            <a:ext cx="12208264" cy="4475445"/>
            <a:chOff x="0" y="1628775"/>
            <a:chExt cx="12208264" cy="4475445"/>
          </a:xfrm>
        </p:grpSpPr>
        <p:pic>
          <p:nvPicPr>
            <p:cNvPr id="13" name="Picture 2"/>
            <p:cNvPicPr>
              <a:picLocks noChangeAspect="1" noChangeArrowheads="1"/>
            </p:cNvPicPr>
            <p:nvPr userDrawn="1"/>
          </p:nvPicPr>
          <p:blipFill>
            <a:blip r:embed="rId2" cstate="print"/>
            <a:srcRect/>
            <a:stretch>
              <a:fillRect/>
            </a:stretch>
          </p:blipFill>
          <p:spPr bwMode="black">
            <a:xfrm>
              <a:off x="0" y="4291200"/>
              <a:ext cx="3088437" cy="1813020"/>
            </a:xfrm>
            <a:prstGeom prst="rect">
              <a:avLst/>
            </a:prstGeom>
            <a:noFill/>
            <a:ln w="9525">
              <a:noFill/>
              <a:miter lim="800000"/>
              <a:headEnd/>
              <a:tailEnd/>
            </a:ln>
            <a:effectLst/>
          </p:spPr>
        </p:pic>
        <p:sp>
          <p:nvSpPr>
            <p:cNvPr id="16" name="Freeform 8"/>
            <p:cNvSpPr>
              <a:spLocks/>
            </p:cNvSpPr>
            <p:nvPr userDrawn="1"/>
          </p:nvSpPr>
          <p:spPr bwMode="gray">
            <a:xfrm>
              <a:off x="3082575"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latin typeface="EYInterstate Light" panose="02000506000000020004" pitchFamily="2" charset="0"/>
              </a:endParaRPr>
            </a:p>
          </p:txBody>
        </p:sp>
      </p:grpSp>
      <p:sp>
        <p:nvSpPr>
          <p:cNvPr id="8" name="Title 1"/>
          <p:cNvSpPr>
            <a:spLocks noGrp="1"/>
          </p:cNvSpPr>
          <p:nvPr>
            <p:ph type="ctrTitle"/>
          </p:nvPr>
        </p:nvSpPr>
        <p:spPr>
          <a:xfrm>
            <a:off x="3081528" y="777600"/>
            <a:ext cx="8509385" cy="860400"/>
          </a:xfrm>
        </p:spPr>
        <p:txBody>
          <a:bodyPr/>
          <a:lstStyle>
            <a:lvl1pPr>
              <a:defRPr>
                <a:solidFill>
                  <a:schemeClr val="bg1"/>
                </a:solidFill>
                <a:latin typeface="EYInterstate Light" panose="02000506000000020004" pitchFamily="2" charset="0"/>
              </a:defRPr>
            </a:lvl1pPr>
          </a:lstStyle>
          <a:p>
            <a:r>
              <a:rPr lang="en-US"/>
              <a:t>Click to edit Master title style</a:t>
            </a:r>
            <a:endParaRPr lang="en-GB"/>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latin typeface="EYInterstate Light" panose="02000506000000020004" pitchFamily="2" charset="0"/>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166551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9193151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470838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3" name="Date Placeholder 12"/>
          <p:cNvSpPr>
            <a:spLocks noGrp="1"/>
          </p:cNvSpPr>
          <p:nvPr>
            <p:ph type="dt" sz="half" idx="14"/>
          </p:nvPr>
        </p:nvSpPr>
        <p:spPr/>
        <p:txBody>
          <a:bodyPr/>
          <a:lstStyle/>
          <a:p>
            <a:r>
              <a:rPr lang="en-US"/>
              <a:t>1 January 2014</a:t>
            </a:r>
          </a:p>
        </p:txBody>
      </p:sp>
      <p:sp>
        <p:nvSpPr>
          <p:cNvPr id="14" name="Footer Placeholder 13"/>
          <p:cNvSpPr>
            <a:spLocks noGrp="1"/>
          </p:cNvSpPr>
          <p:nvPr>
            <p:ph type="ftr" sz="quarter" idx="15"/>
          </p:nvPr>
        </p:nvSpPr>
        <p:spPr/>
        <p:txBody>
          <a:bodyPr/>
          <a:lstStyle/>
          <a:p>
            <a:r>
              <a:rPr lang="en-GB"/>
              <a:t>Presentation title</a:t>
            </a:r>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Tree>
    <p:extLst>
      <p:ext uri="{BB962C8B-B14F-4D97-AF65-F5344CB8AC3E}">
        <p14:creationId xmlns:p14="http://schemas.microsoft.com/office/powerpoint/2010/main" val="39130112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lum bright="70000" contrast="-70000"/>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41576156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bg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1248067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5" name="Footer Placeholder 4"/>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3506808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900077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tx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3025617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a:solidFill>
                <a:schemeClr val="tx1"/>
              </a:solidFill>
              <a:latin typeface="EYInterstate Light" panose="02000506000000020004" pitchFamily="2" charset="0"/>
            </a:endParaRPr>
          </a:p>
        </p:txBody>
      </p:sp>
      <p:sp>
        <p:nvSpPr>
          <p:cNvPr id="14" name="Title 1"/>
          <p:cNvSpPr>
            <a:spLocks noGrp="1"/>
          </p:cNvSpPr>
          <p:nvPr>
            <p:ph type="ctrTitle"/>
          </p:nvPr>
        </p:nvSpPr>
        <p:spPr>
          <a:xfrm>
            <a:off x="4151376" y="2240280"/>
            <a:ext cx="7223760" cy="860400"/>
          </a:xfrm>
        </p:spPr>
        <p:txBody>
          <a:bodyPr/>
          <a:lstStyle>
            <a:lvl1pPr>
              <a:defRPr>
                <a:solidFill>
                  <a:srgbClr val="404040"/>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5"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EYInterstate Light" panose="02000506000000020004" pitchFamily="2" charset="0"/>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lvl1pPr>
              <a:defRPr/>
            </a:lvl1pPr>
          </a:lstStyle>
          <a:p>
            <a:r>
              <a:rPr lang="en-US" err="1"/>
              <a:t>Février</a:t>
            </a:r>
            <a:r>
              <a:rPr lang="en-US"/>
              <a:t> 2016</a:t>
            </a:r>
          </a:p>
        </p:txBody>
      </p:sp>
      <p:sp>
        <p:nvSpPr>
          <p:cNvPr id="6" name="Footer Placeholder 5"/>
          <p:cNvSpPr>
            <a:spLocks noGrp="1"/>
          </p:cNvSpPr>
          <p:nvPr>
            <p:ph type="ftr" sz="quarter" idx="11"/>
          </p:nvPr>
        </p:nvSpPr>
        <p:spPr/>
        <p:txBody>
          <a:bodyPr/>
          <a:lstStyle>
            <a:lvl1pPr>
              <a:defRPr/>
            </a:lvl1pPr>
          </a:lstStyle>
          <a:p>
            <a:r>
              <a:rPr lang="en-GB"/>
              <a:t>Customer Intelligence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11665512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4" name="Date Placeholder 3"/>
          <p:cNvSpPr>
            <a:spLocks noGrp="1"/>
          </p:cNvSpPr>
          <p:nvPr>
            <p:ph type="dt" sz="half" idx="10"/>
          </p:nvPr>
        </p:nvSpPr>
        <p:spPr/>
        <p:txBody>
          <a:bodyPr/>
          <a:lstStyle/>
          <a:p>
            <a:r>
              <a:rPr lang="en-US"/>
              <a:t>1 January 2014</a:t>
            </a:r>
          </a:p>
        </p:txBody>
      </p:sp>
      <p:sp>
        <p:nvSpPr>
          <p:cNvPr id="6" name="Footer Placeholder 5"/>
          <p:cNvSpPr>
            <a:spLocks noGrp="1"/>
          </p:cNvSpPr>
          <p:nvPr>
            <p:ph type="ftr" sz="quarter" idx="11"/>
          </p:nvPr>
        </p:nvSpPr>
        <p:spPr/>
        <p:txBody>
          <a:bodyPr/>
          <a:lstStyle/>
          <a:p>
            <a:r>
              <a:rPr lang="en-GB"/>
              <a:t>Presentation title</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39193151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
        <p:nvSpPr>
          <p:cNvPr id="10"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6" name="Date Placeholder 5"/>
          <p:cNvSpPr>
            <a:spLocks noGrp="1"/>
          </p:cNvSpPr>
          <p:nvPr>
            <p:ph type="dt" sz="half" idx="10"/>
          </p:nvPr>
        </p:nvSpPr>
        <p:spPr/>
        <p:txBody>
          <a:bodyPr/>
          <a:lstStyle/>
          <a:p>
            <a:r>
              <a:rPr lang="en-US"/>
              <a:t>1 January 2014</a:t>
            </a:r>
          </a:p>
        </p:txBody>
      </p:sp>
      <p:sp>
        <p:nvSpPr>
          <p:cNvPr id="9" name="Footer Placeholder 8"/>
          <p:cNvSpPr>
            <a:spLocks noGrp="1"/>
          </p:cNvSpPr>
          <p:nvPr>
            <p:ph type="ftr" sz="quarter" idx="11"/>
          </p:nvPr>
        </p:nvSpPr>
        <p:spPr/>
        <p:txBody>
          <a:bodyPr/>
          <a:lstStyle/>
          <a:p>
            <a:r>
              <a:rPr lang="en-GB"/>
              <a:t>Presentation title</a:t>
            </a:r>
          </a:p>
        </p:txBody>
      </p:sp>
      <p:sp>
        <p:nvSpPr>
          <p:cNvPr id="7"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22560200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8277"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188"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9" name="Date Placeholder 8"/>
          <p:cNvSpPr>
            <a:spLocks noGrp="1"/>
          </p:cNvSpPr>
          <p:nvPr>
            <p:ph type="dt" sz="half" idx="10"/>
          </p:nvPr>
        </p:nvSpPr>
        <p:spPr/>
        <p:txBody>
          <a:bodyPr/>
          <a:lstStyle/>
          <a:p>
            <a:r>
              <a:rPr lang="en-US"/>
              <a:t>1 January 2014</a:t>
            </a:r>
          </a:p>
        </p:txBody>
      </p:sp>
      <p:sp>
        <p:nvSpPr>
          <p:cNvPr id="10" name="Footer Placeholder 9"/>
          <p:cNvSpPr>
            <a:spLocks noGrp="1"/>
          </p:cNvSpPr>
          <p:nvPr>
            <p:ph type="ftr" sz="quarter" idx="11"/>
          </p:nvPr>
        </p:nvSpPr>
        <p:spPr/>
        <p:txBody>
          <a:bodyPr/>
          <a:lstStyle/>
          <a:p>
            <a:r>
              <a:rPr lang="en-GB"/>
              <a:t>Presentation title</a:t>
            </a: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a:p>
        </p:txBody>
      </p:sp>
      <p:sp>
        <p:nvSpPr>
          <p:cNvPr id="12" name="Date Placeholder 11"/>
          <p:cNvSpPr>
            <a:spLocks noGrp="1"/>
          </p:cNvSpPr>
          <p:nvPr>
            <p:ph type="dt" sz="half" idx="14"/>
          </p:nvPr>
        </p:nvSpPr>
        <p:spPr/>
        <p:txBody>
          <a:bodyPr/>
          <a:lstStyle/>
          <a:p>
            <a:r>
              <a:rPr lang="en-US"/>
              <a:t>1 January 2014</a:t>
            </a:r>
          </a:p>
        </p:txBody>
      </p:sp>
      <p:sp>
        <p:nvSpPr>
          <p:cNvPr id="13" name="Footer Placeholder 12"/>
          <p:cNvSpPr>
            <a:spLocks noGrp="1"/>
          </p:cNvSpPr>
          <p:nvPr>
            <p:ph type="ftr" sz="quarter" idx="15"/>
          </p:nvPr>
        </p:nvSpPr>
        <p:spPr/>
        <p:txBody>
          <a:bodyPr/>
          <a:lstStyle/>
          <a:p>
            <a:r>
              <a:rPr lang="en-GB"/>
              <a:t>Presentation title</a:t>
            </a:r>
          </a:p>
        </p:txBody>
      </p:sp>
      <p:sp>
        <p:nvSpPr>
          <p:cNvPr id="14"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EYInterstate Light" panose="02000506000000020004"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6" name="Date Placeholder 5"/>
          <p:cNvSpPr>
            <a:spLocks noGrp="1"/>
          </p:cNvSpPr>
          <p:nvPr>
            <p:ph type="dt" sz="half" idx="12"/>
          </p:nvPr>
        </p:nvSpPr>
        <p:spPr/>
        <p:txBody>
          <a:bodyPr/>
          <a:lstStyle>
            <a:lvl1pPr>
              <a:defRPr>
                <a:latin typeface="EYInterstate Light" panose="02000506000000020004" pitchFamily="2" charset="0"/>
              </a:defRPr>
            </a:lvl1pPr>
          </a:lstStyle>
          <a:p>
            <a:r>
              <a:rPr lang="en-US"/>
              <a:t>1 January 2014</a:t>
            </a:r>
          </a:p>
        </p:txBody>
      </p:sp>
      <p:sp>
        <p:nvSpPr>
          <p:cNvPr id="7" name="Footer Placeholder 6"/>
          <p:cNvSpPr>
            <a:spLocks noGrp="1"/>
          </p:cNvSpPr>
          <p:nvPr>
            <p:ph type="ftr" sz="quarter" idx="13"/>
          </p:nvPr>
        </p:nvSpPr>
        <p:spPr/>
        <p:txBody>
          <a:bodyPr/>
          <a:lstStyle>
            <a:lvl1pPr>
              <a:defRPr>
                <a:latin typeface="EYInterstate Light" panose="02000506000000020004" pitchFamily="2" charset="0"/>
              </a:defRPr>
            </a:lvl1pPr>
          </a:lstStyle>
          <a:p>
            <a:r>
              <a:rPr lang="en-GB"/>
              <a:t>Presentation title</a:t>
            </a: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39130112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99994089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25286478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lum bright="70000" contrast="-70000"/>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347235739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a:duotone>
                <a:schemeClr val="bg2">
                  <a:shade val="45000"/>
                  <a:satMod val="135000"/>
                </a:schemeClr>
                <a:prstClr val="white"/>
              </a:duotone>
            </a:blip>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p>
        </p:txBody>
      </p:sp>
      <p:sp>
        <p:nvSpPr>
          <p:cNvPr id="7" name="Footer Placeholder 6"/>
          <p:cNvSpPr>
            <a:spLocks noGrp="1"/>
          </p:cNvSpPr>
          <p:nvPr>
            <p:ph type="ftr" sz="quarter" idx="11"/>
          </p:nvPr>
        </p:nvSpPr>
        <p:spPr/>
        <p:txBody>
          <a:bodyPr/>
          <a:lstStyle/>
          <a:p>
            <a:r>
              <a:rPr lang="en-GB"/>
              <a:t>Presentation title</a:t>
            </a:r>
          </a:p>
        </p:txBody>
      </p:sp>
    </p:spTree>
    <p:extLst>
      <p:ext uri="{BB962C8B-B14F-4D97-AF65-F5344CB8AC3E}">
        <p14:creationId xmlns:p14="http://schemas.microsoft.com/office/powerpoint/2010/main" val="160462886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 January 2014</a:t>
            </a:r>
          </a:p>
        </p:txBody>
      </p:sp>
      <p:sp>
        <p:nvSpPr>
          <p:cNvPr id="5" name="Footer Placeholder 4"/>
          <p:cNvSpPr>
            <a:spLocks noGrp="1"/>
          </p:cNvSpPr>
          <p:nvPr>
            <p:ph type="ftr" sz="quarter" idx="11"/>
          </p:nvPr>
        </p:nvSpPr>
        <p:spPr/>
        <p:txBody>
          <a:bodyPr/>
          <a:lstStyle/>
          <a:p>
            <a:r>
              <a:rPr lang="en-GB"/>
              <a:t>Presentation title</a:t>
            </a:r>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a:solidFill>
                <a:schemeClr val="bg1"/>
              </a:solidFill>
            </a:endParaRPr>
          </a:p>
        </p:txBody>
      </p:sp>
    </p:spTree>
    <p:extLst>
      <p:ext uri="{BB962C8B-B14F-4D97-AF65-F5344CB8AC3E}">
        <p14:creationId xmlns:p14="http://schemas.microsoft.com/office/powerpoint/2010/main" val="335068083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Light" panose="02000506000000020004" pitchFamily="2"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900077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4" name="TextBox 3"/>
          <p:cNvSpPr txBox="1"/>
          <p:nvPr userDrawn="1"/>
        </p:nvSpPr>
        <p:spPr bwMode="gray">
          <a:xfrm>
            <a:off x="624744" y="620575"/>
            <a:ext cx="5476550" cy="2351250"/>
          </a:xfrm>
          <a:prstGeom prst="rect">
            <a:avLst/>
          </a:prstGeom>
          <a:noFill/>
        </p:spPr>
        <p:txBody>
          <a:bodyPr wrap="square" lIns="0" tIns="0" rIns="0" bIns="0" rtlCol="0">
            <a:noAutofit/>
          </a:bodyPr>
          <a:lstStyle/>
          <a:p>
            <a:pPr marL="0" marR="0" lvl="0" indent="0" algn="l" defTabSz="1088584" rtl="0" eaLnBrk="1" fontAlgn="auto" latinLnBrk="0" hangingPunct="1">
              <a:lnSpc>
                <a:spcPct val="100000"/>
              </a:lnSpc>
              <a:spcBef>
                <a:spcPts val="0"/>
              </a:spcBef>
              <a:spcAft>
                <a:spcPts val="1400"/>
              </a:spcAft>
              <a:buClrTx/>
              <a:buSzTx/>
              <a:buFont typeface="Arial" pitchFamily="34" charset="0"/>
              <a:buNone/>
              <a:tabLst/>
              <a:defRPr/>
            </a:pPr>
            <a:r>
              <a:rPr kumimoji="0" lang="en-US" sz="1400" b="1"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a:t>
            </a: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 Assurance | Tax | Transactions | Advisory</a:t>
            </a:r>
          </a:p>
          <a:p>
            <a:pPr marL="0" marR="0" lvl="3" indent="0" algn="l" defTabSz="1088584" rtl="0" eaLnBrk="1" fontAlgn="auto" latinLnBrk="0" hangingPunct="1">
              <a:lnSpc>
                <a:spcPct val="100000"/>
              </a:lnSpc>
              <a:spcBef>
                <a:spcPts val="0"/>
              </a:spcBef>
              <a:spcAft>
                <a:spcPts val="1400"/>
              </a:spcAft>
              <a:buClrTx/>
              <a:buSzPct val="75000"/>
              <a:buFontTx/>
              <a:buNone/>
              <a:tabLst/>
              <a:defRPr/>
            </a:pPr>
            <a:r>
              <a:rPr kumimoji="0" lang="en-GB" sz="14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Ernst &amp; Young LLP</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 2015 Ernst &amp; Young LLP. Published in the UK.</a:t>
            </a:r>
            <a:br>
              <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br>
            <a:r>
              <a:rPr kumimoji="0" lang="en-GB" sz="1100" b="0" i="0" u="none" strike="noStrike" kern="1200" cap="none" spc="-12" normalizeH="0" baseline="0" noProof="0">
                <a:ln>
                  <a:noFill/>
                </a:ln>
                <a:solidFill>
                  <a:schemeClr val="tx1"/>
                </a:solidFill>
                <a:effectLst/>
                <a:uLnTx/>
                <a:uFillTx/>
                <a:latin typeface="EYInterstate Light" panose="02000506000000020004" pitchFamily="2" charset="0"/>
                <a:ea typeface="+mn-ea"/>
                <a:cs typeface="+mn-cs"/>
              </a:rPr>
              <a:t>All Rights Reserved.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The UK firm Ernst &amp; Young LLP is a limited liability partnership registered in England and Wales</a:t>
            </a:r>
            <a:b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b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with registered number OC300001 and is a member firm of Ernst &amp; Young Global Limited.</a:t>
            </a:r>
          </a:p>
          <a:p>
            <a:pPr marL="0" marR="0" lvl="3" indent="0" algn="l" defTabSz="1088584" rtl="0" eaLnBrk="1" fontAlgn="auto" latinLnBrk="0" hangingPunct="1">
              <a:lnSpc>
                <a:spcPct val="100000"/>
              </a:lnSpc>
              <a:spcBef>
                <a:spcPts val="0"/>
              </a:spcBef>
              <a:spcAft>
                <a:spcPts val="800"/>
              </a:spcAft>
              <a:buClrTx/>
              <a:buSzPct val="75000"/>
              <a:buFontTx/>
              <a:buNone/>
              <a:tabLst/>
              <a:defRPr/>
            </a:pPr>
            <a:r>
              <a:rPr kumimoji="0" lang="en-GB" sz="1000" b="0" i="0" u="none" strike="noStrike" kern="1200" cap="none" spc="-24" normalizeH="0" baseline="0" noProof="0">
                <a:ln>
                  <a:noFill/>
                </a:ln>
                <a:solidFill>
                  <a:schemeClr val="tx1"/>
                </a:solidFill>
                <a:effectLst/>
                <a:uLnTx/>
                <a:uFillTx/>
                <a:latin typeface="EYInterstate Light" panose="02000506000000020004" pitchFamily="2" charset="0"/>
                <a:ea typeface="+mn-ea"/>
                <a:cs typeface="+mn-cs"/>
              </a:rPr>
              <a:t>Ernst &amp; Young LLP, 1 More London Place, London, SE1 2AF.</a:t>
            </a:r>
          </a:p>
          <a:p>
            <a:pPr marL="0" marR="0" lvl="3" indent="0" algn="l" defTabSz="1088584" rtl="0" eaLnBrk="1" fontAlgn="auto" latinLnBrk="0" hangingPunct="1">
              <a:lnSpc>
                <a:spcPct val="100000"/>
              </a:lnSpc>
              <a:spcBef>
                <a:spcPts val="0"/>
              </a:spcBef>
              <a:spcAft>
                <a:spcPts val="522"/>
              </a:spcAft>
              <a:buClrTx/>
              <a:buSzPct val="75000"/>
              <a:buFontTx/>
              <a:buNone/>
              <a:tabLst/>
              <a:defRPr/>
            </a:pPr>
            <a:r>
              <a:rPr kumimoji="0" lang="en-GB" sz="13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rPr>
              <a:t>ey.com</a:t>
            </a:r>
            <a:endParaRPr kumimoji="0" lang="en-GB" sz="1100" b="0" i="0" u="none" strike="noStrike" kern="1200" cap="none" spc="0" normalizeH="0" baseline="0" noProof="0">
              <a:ln>
                <a:noFill/>
              </a:ln>
              <a:solidFill>
                <a:schemeClr val="tx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3025617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nstructions: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bullet list structure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7" name="Picture 6"/>
          <p:cNvPicPr>
            <a:picLocks noChangeAspect="1"/>
          </p:cNvPicPr>
          <p:nvPr userDrawn="1"/>
        </p:nvPicPr>
        <p:blipFill>
          <a:blip r:embed="rId2"/>
          <a:stretch>
            <a:fillRect/>
          </a:stretch>
        </p:blipFill>
        <p:spPr>
          <a:xfrm>
            <a:off x="735030" y="1606789"/>
            <a:ext cx="6264361" cy="971550"/>
          </a:xfrm>
          <a:prstGeom prst="rect">
            <a:avLst/>
          </a:prstGeom>
        </p:spPr>
      </p:pic>
      <p:pic>
        <p:nvPicPr>
          <p:cNvPr id="8" name="Picture 7"/>
          <p:cNvPicPr>
            <a:picLocks noChangeAspect="1"/>
          </p:cNvPicPr>
          <p:nvPr userDrawn="1"/>
        </p:nvPicPr>
        <p:blipFill>
          <a:blip r:embed="rId3"/>
          <a:stretch>
            <a:fillRect/>
          </a:stretch>
        </p:blipFill>
        <p:spPr>
          <a:xfrm>
            <a:off x="7398301" y="3774226"/>
            <a:ext cx="4193183" cy="2390775"/>
          </a:xfrm>
          <a:prstGeom prst="rect">
            <a:avLst/>
          </a:prstGeom>
        </p:spPr>
      </p:pic>
      <p:pic>
        <p:nvPicPr>
          <p:cNvPr id="11" name="Picture 10"/>
          <p:cNvPicPr>
            <a:picLocks noChangeAspect="1"/>
          </p:cNvPicPr>
          <p:nvPr userDrawn="1"/>
        </p:nvPicPr>
        <p:blipFill>
          <a:blip r:embed="rId4"/>
          <a:stretch>
            <a:fillRect/>
          </a:stretch>
        </p:blipFill>
        <p:spPr>
          <a:xfrm>
            <a:off x="7115970" y="1916833"/>
            <a:ext cx="4282129" cy="2409825"/>
          </a:xfrm>
          <a:prstGeom prst="rect">
            <a:avLst/>
          </a:prstGeom>
        </p:spPr>
      </p:pic>
      <p:sp>
        <p:nvSpPr>
          <p:cNvPr id="13" name="TextBox 12"/>
          <p:cNvSpPr txBox="1"/>
          <p:nvPr userDrawn="1"/>
        </p:nvSpPr>
        <p:spPr>
          <a:xfrm>
            <a:off x="667548" y="3121744"/>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327932679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Instructions: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working with charts</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grpSp>
        <p:nvGrpSpPr>
          <p:cNvPr id="14" name="Group 13"/>
          <p:cNvGrpSpPr/>
          <p:nvPr/>
        </p:nvGrpSpPr>
        <p:grpSpPr>
          <a:xfrm>
            <a:off x="6702015" y="4581128"/>
            <a:ext cx="4803034" cy="795456"/>
            <a:chOff x="430570" y="3801203"/>
            <a:chExt cx="5647690" cy="1247775"/>
          </a:xfrm>
        </p:grpSpPr>
        <p:pic>
          <p:nvPicPr>
            <p:cNvPr id="15" name="Picture 14"/>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430570" y="3801203"/>
              <a:ext cx="5647690" cy="1247775"/>
            </a:xfrm>
            <a:prstGeom prst="rect">
              <a:avLst/>
            </a:prstGeom>
            <a:ln>
              <a:noFill/>
            </a:ln>
            <a:extLst>
              <a:ext uri="{53640926-AAD7-44D8-BBD7-CCE9431645EC}">
                <a14:shadowObscured xmlns:a14="http://schemas.microsoft.com/office/drawing/2010/main"/>
              </a:ext>
            </a:extLst>
          </p:spPr>
        </p:pic>
        <p:sp>
          <p:nvSpPr>
            <p:cNvPr id="16" name="Oval 15"/>
            <p:cNvSpPr/>
            <p:nvPr userDrawn="1"/>
          </p:nvSpPr>
          <p:spPr>
            <a:xfrm>
              <a:off x="5901564" y="4819833"/>
              <a:ext cx="123826" cy="126771"/>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sz="1800">
                <a:solidFill>
                  <a:prstClr val="white"/>
                </a:solidFill>
              </a:endParaRPr>
            </a:p>
          </p:txBody>
        </p:sp>
      </p:grpSp>
      <p:pic>
        <p:nvPicPr>
          <p:cNvPr id="8194"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696763" y="1551832"/>
            <a:ext cx="4808286" cy="2447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userDrawn="1"/>
        </p:nvSpPr>
        <p:spPr>
          <a:xfrm>
            <a:off x="431595" y="2060848"/>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61132892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Instructions: footers/ presenta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footers/ presentation title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9218"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643154" y="1474477"/>
            <a:ext cx="4881745" cy="2838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434560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Instructions: full blee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7547" y="201340"/>
            <a:ext cx="10579908" cy="936000"/>
          </a:xfrm>
        </p:spPr>
        <p:txBody>
          <a:bodyPr/>
          <a:lstStyle>
            <a:lvl1pPr>
              <a:defRPr baseline="0"/>
            </a:lvl1pPr>
          </a:lstStyle>
          <a:p>
            <a:r>
              <a:rPr lang="en-US"/>
              <a:t>Template instructions: working with full bleed images</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pic>
        <p:nvPicPr>
          <p:cNvPr id="10243"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80512" y="1485901"/>
            <a:ext cx="4544387" cy="25585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5044798" y="3030860"/>
            <a:ext cx="4706973" cy="2736304"/>
            <a:chOff x="3781629" y="3242286"/>
            <a:chExt cx="3528392" cy="2736304"/>
          </a:xfrm>
        </p:grpSpPr>
        <p:pic>
          <p:nvPicPr>
            <p:cNvPr id="10246" name="Picture 6"/>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a:stretch/>
          </p:blipFill>
          <p:spPr bwMode="auto">
            <a:xfrm>
              <a:off x="3781629" y="3242286"/>
              <a:ext cx="3528392"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Oval 21"/>
            <p:cNvSpPr/>
            <p:nvPr userDrawn="1"/>
          </p:nvSpPr>
          <p:spPr>
            <a:xfrm>
              <a:off x="3781629" y="5801507"/>
              <a:ext cx="178532" cy="1623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solidFill>
                  <a:prstClr val="white"/>
                </a:solidFill>
              </a:endParaRPr>
            </a:p>
          </p:txBody>
        </p:sp>
        <p:sp>
          <p:nvSpPr>
            <p:cNvPr id="23" name="Oval 22"/>
            <p:cNvSpPr/>
            <p:nvPr userDrawn="1"/>
          </p:nvSpPr>
          <p:spPr>
            <a:xfrm>
              <a:off x="5642595" y="3427934"/>
              <a:ext cx="147547" cy="134134"/>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solidFill>
                  <a:prstClr val="white"/>
                </a:solidFill>
              </a:endParaRPr>
            </a:p>
          </p:txBody>
        </p:sp>
      </p:grpSp>
    </p:spTree>
    <p:extLst>
      <p:ext uri="{BB962C8B-B14F-4D97-AF65-F5344CB8AC3E}">
        <p14:creationId xmlns:p14="http://schemas.microsoft.com/office/powerpoint/2010/main" val="1379547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Template instructions: Colour Palette</a:t>
            </a:r>
            <a:br>
              <a:rPr lang="en-US"/>
            </a:br>
            <a:r>
              <a:rPr lang="en-US"/>
              <a:t>(delete before printing)</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13" name="TextBox 12"/>
          <p:cNvSpPr txBox="1"/>
          <p:nvPr userDrawn="1"/>
        </p:nvSpPr>
        <p:spPr>
          <a:xfrm>
            <a:off x="7732207" y="1556793"/>
            <a:ext cx="60990" cy="45719"/>
          </a:xfrm>
          <a:prstGeom prst="rect">
            <a:avLst/>
          </a:prstGeom>
          <a:noFill/>
        </p:spPr>
        <p:txBody>
          <a:bodyPr wrap="square" rtlCol="0">
            <a:noAutofit/>
          </a:bodyPr>
          <a:lstStyle/>
          <a:p>
            <a:pPr>
              <a:lnSpc>
                <a:spcPct val="90000"/>
              </a:lnSpc>
              <a:spcAft>
                <a:spcPts val="600"/>
              </a:spcAft>
              <a:buClr>
                <a:srgbClr val="4F81BD"/>
              </a:buClr>
              <a:buFont typeface="Arial" panose="020B0604020202020204" pitchFamily="34" charset="0"/>
              <a:buNone/>
            </a:pPr>
            <a:endParaRPr lang="en-IN" sz="1400" err="1">
              <a:solidFill>
                <a:prstClr val="black"/>
              </a:solidFill>
            </a:endParaRPr>
          </a:p>
        </p:txBody>
      </p:sp>
      <p:sp>
        <p:nvSpPr>
          <p:cNvPr id="14" name="TextBox 13"/>
          <p:cNvSpPr txBox="1"/>
          <p:nvPr userDrawn="1"/>
        </p:nvSpPr>
        <p:spPr>
          <a:xfrm>
            <a:off x="7444024" y="2060848"/>
            <a:ext cx="4130609" cy="648072"/>
          </a:xfrm>
          <a:prstGeom prst="rect">
            <a:avLst/>
          </a:prstGeom>
          <a:noFill/>
        </p:spPr>
        <p:txBody>
          <a:bodyPr wrap="squar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IMAGE DELETED</a:t>
            </a:r>
            <a:endParaRPr lang="en-IN" sz="1400" err="1">
              <a:solidFill>
                <a:prstClr val="black"/>
              </a:solidFill>
            </a:endParaRPr>
          </a:p>
        </p:txBody>
      </p:sp>
      <p:sp>
        <p:nvSpPr>
          <p:cNvPr id="15" name="TextBox 14"/>
          <p:cNvSpPr txBox="1"/>
          <p:nvPr userDrawn="1"/>
        </p:nvSpPr>
        <p:spPr>
          <a:xfrm>
            <a:off x="527656" y="2060848"/>
            <a:ext cx="1219835" cy="914400"/>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400">
                <a:solidFill>
                  <a:prstClr val="black"/>
                </a:solidFill>
              </a:rPr>
              <a:t>INFORMATION DELETED</a:t>
            </a:r>
            <a:endParaRPr lang="en-IN" sz="1400" err="1">
              <a:solidFill>
                <a:prstClr val="black"/>
              </a:solidFill>
            </a:endParaRPr>
          </a:p>
        </p:txBody>
      </p:sp>
    </p:spTree>
    <p:extLst>
      <p:ext uri="{BB962C8B-B14F-4D97-AF65-F5344CB8AC3E}">
        <p14:creationId xmlns:p14="http://schemas.microsoft.com/office/powerpoint/2010/main" val="14019302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6" name="Text Placeholder 6"/>
          <p:cNvSpPr>
            <a:spLocks noGrp="1"/>
          </p:cNvSpPr>
          <p:nvPr>
            <p:ph type="body" sz="quarter" idx="13"/>
          </p:nvPr>
        </p:nvSpPr>
        <p:spPr>
          <a:xfrm>
            <a:off x="691560" y="1485900"/>
            <a:ext cx="10857801" cy="4197350"/>
          </a:xfrm>
        </p:spPr>
        <p:txBody>
          <a:bodyPr>
            <a:noAutofit/>
          </a:bodyPr>
          <a:lstStyle>
            <a:lvl1pPr marL="0" indent="-288000">
              <a:buClr>
                <a:schemeClr val="accent1"/>
              </a:buClr>
              <a:buFont typeface="+mj-lt"/>
              <a:buAutoNum type="arabicPeriod"/>
              <a:defRPr sz="2000"/>
            </a:lvl1pPr>
            <a:lvl2pPr marL="504000">
              <a:defRPr sz="2000"/>
            </a:lvl2pPr>
            <a:lvl3pPr marL="720000">
              <a:defRPr sz="1800"/>
            </a:lvl3pPr>
            <a:lvl4pPr marL="936000">
              <a:defRPr sz="1600"/>
            </a:lvl4pPr>
            <a:lvl5pPr marL="1152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TextBox 6"/>
          <p:cNvSpPr txBox="1"/>
          <p:nvPr userDrawn="1"/>
        </p:nvSpPr>
        <p:spPr>
          <a:xfrm>
            <a:off x="527656" y="6446575"/>
            <a:ext cx="384819" cy="215444"/>
          </a:xfrm>
          <a:prstGeom prst="rect">
            <a:avLst/>
          </a:prstGeom>
        </p:spPr>
        <p:txBody>
          <a:bodyPr vert="horz" wrap="square" lIns="0" tIns="0" rIns="0" bIns="0" rtlCol="0" anchor="ctr">
            <a:spAutoFit/>
          </a:bodyPr>
          <a:lstStyle>
            <a:defPPr>
              <a:defRPr lang="en-US"/>
            </a:defPPr>
            <a:lvl1pPr algn="r">
              <a:defRPr sz="1000">
                <a:solidFill>
                  <a:schemeClr val="tx1">
                    <a:tint val="75000"/>
                  </a:schemeClr>
                </a:solidFill>
                <a:latin typeface="Arial" pitchFamily="34" charset="0"/>
                <a:cs typeface="Arial" pitchFamily="34" charset="0"/>
              </a:defRPr>
            </a:lvl1pPr>
          </a:lstStyle>
          <a:p>
            <a:pPr algn="l"/>
            <a:fld id="{7339EE8E-2A5E-4C4D-876A-62CFB4260EE7}" type="slidenum">
              <a:rPr lang="en-US" sz="1400" b="1" smtClean="0">
                <a:solidFill>
                  <a:srgbClr val="4F81BD"/>
                </a:solidFill>
              </a:rPr>
              <a:pPr algn="l"/>
              <a:t>‹#›</a:t>
            </a:fld>
            <a:endParaRPr lang="en-AU" sz="1400" b="1">
              <a:solidFill>
                <a:srgbClr val="4F81BD"/>
              </a:solidFill>
            </a:endParaRPr>
          </a:p>
        </p:txBody>
      </p:sp>
    </p:spTree>
    <p:extLst>
      <p:ext uri="{BB962C8B-B14F-4D97-AF65-F5344CB8AC3E}">
        <p14:creationId xmlns:p14="http://schemas.microsoft.com/office/powerpoint/2010/main" val="30910456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350073157"/>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tIns="108000" anchor="t"/>
          <a:lstStyle/>
          <a:p>
            <a:r>
              <a:rPr lang="en-US"/>
              <a:t>Click to edit Master title style</a:t>
            </a:r>
            <a:endParaRPr lang="en-AU"/>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6" name="Text Placeholder 6"/>
          <p:cNvSpPr>
            <a:spLocks noGrp="1"/>
          </p:cNvSpPr>
          <p:nvPr>
            <p:ph type="body" sz="quarter" idx="13"/>
          </p:nvPr>
        </p:nvSpPr>
        <p:spPr>
          <a:xfrm>
            <a:off x="691560" y="1485900"/>
            <a:ext cx="10857801" cy="4197350"/>
          </a:xfrm>
        </p:spPr>
        <p:txBody>
          <a:bodyPr>
            <a:noAutofit/>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4"/>
          <p:cNvSpPr>
            <a:spLocks noGrp="1"/>
          </p:cNvSpPr>
          <p:nvPr>
            <p:ph type="sldNum" sz="quarter" idx="12"/>
          </p:nvPr>
        </p:nvSpPr>
        <p:spPr>
          <a:xfrm>
            <a:off x="672350" y="6472800"/>
            <a:ext cx="273743" cy="147600"/>
          </a:xfrm>
          <a:prstGeom prst="rect">
            <a:avLst/>
          </a:prstGeom>
        </p:spPr>
        <p:txBody>
          <a:bodyPr/>
          <a:lstStyle/>
          <a:p>
            <a:fld id="{95E3E08B-9A17-41DC-92FA-6B316E180ADA}" type="slidenum">
              <a:rPr lang="en-AU" smtClean="0">
                <a:solidFill>
                  <a:srgbClr val="4F81BD"/>
                </a:solidFill>
              </a:rPr>
              <a:pPr/>
              <a:t>‹#›</a:t>
            </a:fld>
            <a:endParaRPr lang="en-AU">
              <a:solidFill>
                <a:srgbClr val="4F81BD"/>
              </a:solidFill>
            </a:endParaRPr>
          </a:p>
        </p:txBody>
      </p:sp>
      <p:sp>
        <p:nvSpPr>
          <p:cNvPr id="8" name="TextBox 7"/>
          <p:cNvSpPr txBox="1"/>
          <p:nvPr userDrawn="1"/>
        </p:nvSpPr>
        <p:spPr>
          <a:xfrm>
            <a:off x="527656" y="6469658"/>
            <a:ext cx="384819" cy="169277"/>
          </a:xfrm>
          <a:prstGeom prst="rect">
            <a:avLst/>
          </a:prstGeom>
        </p:spPr>
        <p:txBody>
          <a:bodyPr vert="horz" wrap="square" lIns="0" tIns="0" rIns="0" bIns="0" rtlCol="0" anchor="ctr">
            <a:spAutoFit/>
          </a:bodyPr>
          <a:lstStyle>
            <a:defPPr>
              <a:defRPr lang="en-US"/>
            </a:defPPr>
            <a:lvl1pPr algn="r">
              <a:defRPr sz="1000">
                <a:solidFill>
                  <a:schemeClr val="tx1">
                    <a:tint val="75000"/>
                  </a:schemeClr>
                </a:solidFill>
                <a:latin typeface="Arial" pitchFamily="34" charset="0"/>
                <a:cs typeface="Arial" pitchFamily="34" charset="0"/>
              </a:defRPr>
            </a:lvl1pPr>
          </a:lstStyle>
          <a:p>
            <a:pPr algn="l"/>
            <a:fld id="{7339EE8E-2A5E-4C4D-876A-62CFB4260EE7}" type="slidenum">
              <a:rPr lang="en-US" sz="1100" b="1" smtClean="0">
                <a:solidFill>
                  <a:srgbClr val="4F81BD"/>
                </a:solidFill>
              </a:rPr>
              <a:pPr algn="l"/>
              <a:t>‹#›</a:t>
            </a:fld>
            <a:endParaRPr lang="en-AU" sz="1100" b="1">
              <a:solidFill>
                <a:srgbClr val="4F81BD"/>
              </a:solidFill>
            </a:endParaRPr>
          </a:p>
        </p:txBody>
      </p:sp>
    </p:spTree>
    <p:extLst>
      <p:ext uri="{BB962C8B-B14F-4D97-AF65-F5344CB8AC3E}">
        <p14:creationId xmlns:p14="http://schemas.microsoft.com/office/powerpoint/2010/main" val="47312925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Qua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AU"/>
              <a:t>Slide title</a:t>
            </a:r>
          </a:p>
        </p:txBody>
      </p:sp>
      <p:sp>
        <p:nvSpPr>
          <p:cNvPr id="3" name="Date Placeholder 2"/>
          <p:cNvSpPr>
            <a:spLocks noGrp="1"/>
          </p:cNvSpPr>
          <p:nvPr>
            <p:ph type="dt" sz="half" idx="10"/>
          </p:nvPr>
        </p:nvSpPr>
        <p:spPr>
          <a:xfrm>
            <a:off x="1104575" y="6472384"/>
            <a:ext cx="4706450" cy="147600"/>
          </a:xfrm>
          <a:prstGeom prst="rect">
            <a:avLst/>
          </a:prstGeom>
        </p:spPr>
        <p:txBody>
          <a:bodyPr/>
          <a:lstStyle/>
          <a:p>
            <a:endParaRPr lang="en-AU">
              <a:solidFill>
                <a:prstClr val="black"/>
              </a:solidFill>
            </a:endParaRPr>
          </a:p>
        </p:txBody>
      </p:sp>
      <p:sp>
        <p:nvSpPr>
          <p:cNvPr id="4" name="Footer Placeholder 3"/>
          <p:cNvSpPr>
            <a:spLocks noGrp="1"/>
          </p:cNvSpPr>
          <p:nvPr>
            <p:ph type="ftr" sz="quarter" idx="11"/>
          </p:nvPr>
        </p:nvSpPr>
        <p:spPr>
          <a:xfrm>
            <a:off x="691560" y="5997600"/>
            <a:ext cx="6560215" cy="334800"/>
          </a:xfrm>
          <a:prstGeom prst="rect">
            <a:avLst/>
          </a:prstGeom>
        </p:spPr>
        <p:txBody>
          <a:bodyPr/>
          <a:lstStyle/>
          <a:p>
            <a:endParaRPr lang="en-AU">
              <a:solidFill>
                <a:prstClr val="black"/>
              </a:solidFill>
            </a:endParaRPr>
          </a:p>
        </p:txBody>
      </p:sp>
      <p:sp>
        <p:nvSpPr>
          <p:cNvPr id="5" name="Slide Number Placeholder 4"/>
          <p:cNvSpPr>
            <a:spLocks noGrp="1"/>
          </p:cNvSpPr>
          <p:nvPr>
            <p:ph type="sldNum" sz="quarter" idx="12"/>
          </p:nvPr>
        </p:nvSpPr>
        <p:spPr>
          <a:xfrm>
            <a:off x="672350" y="6472800"/>
            <a:ext cx="273743" cy="147600"/>
          </a:xfrm>
          <a:prstGeom prst="rect">
            <a:avLst/>
          </a:prstGeom>
        </p:spPr>
        <p:txBody>
          <a:bodyPr/>
          <a:lstStyle/>
          <a:p>
            <a:fld id="{DB903B5B-AAE1-4BDB-919F-3CCA8D83F937}" type="slidenum">
              <a:rPr lang="en-AU" smtClean="0">
                <a:solidFill>
                  <a:srgbClr val="4F81BD"/>
                </a:solidFill>
              </a:rPr>
              <a:pPr/>
              <a:t>‹#›</a:t>
            </a:fld>
            <a:endParaRPr lang="en-AU">
              <a:solidFill>
                <a:srgbClr val="4F81BD"/>
              </a:solidFill>
            </a:endParaRPr>
          </a:p>
        </p:txBody>
      </p:sp>
      <p:sp>
        <p:nvSpPr>
          <p:cNvPr id="10" name="Content Placeholder 6"/>
          <p:cNvSpPr>
            <a:spLocks noGrp="1"/>
          </p:cNvSpPr>
          <p:nvPr>
            <p:ph sz="quarter" idx="16" hasCustomPrompt="1"/>
          </p:nvPr>
        </p:nvSpPr>
        <p:spPr>
          <a:xfrm>
            <a:off x="692443" y="1484314"/>
            <a:ext cx="5254252" cy="2016695"/>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9" name="Content Placeholder 6"/>
          <p:cNvSpPr>
            <a:spLocks noGrp="1"/>
          </p:cNvSpPr>
          <p:nvPr>
            <p:ph sz="quarter" idx="17" hasCustomPrompt="1"/>
          </p:nvPr>
        </p:nvSpPr>
        <p:spPr>
          <a:xfrm>
            <a:off x="692443" y="3632324"/>
            <a:ext cx="5254252" cy="2016000"/>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Content Placeholder 6"/>
          <p:cNvSpPr>
            <a:spLocks noGrp="1"/>
          </p:cNvSpPr>
          <p:nvPr>
            <p:ph sz="quarter" idx="18" hasCustomPrompt="1"/>
          </p:nvPr>
        </p:nvSpPr>
        <p:spPr>
          <a:xfrm>
            <a:off x="6217770" y="1484314"/>
            <a:ext cx="5287507" cy="2016695"/>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Content Placeholder 6"/>
          <p:cNvSpPr>
            <a:spLocks noGrp="1"/>
          </p:cNvSpPr>
          <p:nvPr>
            <p:ph sz="quarter" idx="19" hasCustomPrompt="1"/>
          </p:nvPr>
        </p:nvSpPr>
        <p:spPr>
          <a:xfrm>
            <a:off x="6217770" y="3632324"/>
            <a:ext cx="5287507" cy="2016000"/>
          </a:xfrm>
        </p:spPr>
        <p:txBody>
          <a:bodyPr/>
          <a:lstStyle>
            <a:lvl1pPr>
              <a:defRPr sz="1600" baseline="0"/>
            </a:lvl1pPr>
            <a:lvl2pPr>
              <a:defRPr sz="1600"/>
            </a:lvl2pPr>
            <a:lvl3pPr>
              <a:defRPr sz="1400"/>
            </a:lvl3pPr>
            <a:lvl4pPr>
              <a:defRPr sz="1200"/>
            </a:lvl4pPr>
            <a:lvl5pPr>
              <a:defRPr sz="1200"/>
            </a:lvl5pPr>
          </a:lstStyle>
          <a:p>
            <a:pPr lvl="0"/>
            <a:r>
              <a:rPr lang="en-US"/>
              <a:t>Click to insert text or content</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9175359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208972611"/>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ext Placeholder 22"/>
          <p:cNvSpPr>
            <a:spLocks noGrp="1"/>
          </p:cNvSpPr>
          <p:nvPr>
            <p:ph type="body" sz="quarter" idx="15" hasCustomPrompt="1"/>
          </p:nvPr>
        </p:nvSpPr>
        <p:spPr>
          <a:xfrm>
            <a:off x="1008525" y="2872800"/>
            <a:ext cx="8836600" cy="1474304"/>
          </a:xfrm>
          <a:prstGeom prst="rect">
            <a:avLst/>
          </a:prstGeom>
        </p:spPr>
        <p:txBody>
          <a:bodyPr lIns="0" tIns="0" rIns="0" bIns="0"/>
          <a:lstStyle>
            <a:lvl1pPr algn="l" defTabSz="914400" rtl="0" eaLnBrk="1" latinLnBrk="0" hangingPunct="1">
              <a:lnSpc>
                <a:spcPct val="90000"/>
              </a:lnSpc>
              <a:spcBef>
                <a:spcPct val="0"/>
              </a:spcBef>
              <a:spcAft>
                <a:spcPts val="0"/>
              </a:spcAft>
              <a:buNone/>
              <a:defRPr lang="en-US" sz="4400" b="1" kern="1200" dirty="0" smtClean="0">
                <a:solidFill>
                  <a:schemeClr val="accent2"/>
                </a:solidFill>
                <a:latin typeface="Arial" pitchFamily="34" charset="0"/>
                <a:ea typeface="+mj-ea"/>
                <a:cs typeface="Arial" pitchFamily="34" charset="0"/>
              </a:defRPr>
            </a:lvl1pPr>
            <a:lvl2pPr marL="0" indent="0">
              <a:lnSpc>
                <a:spcPct val="90000"/>
              </a:lnSpc>
              <a:spcBef>
                <a:spcPts val="600"/>
              </a:spcBef>
              <a:buFontTx/>
              <a:buNone/>
              <a:defRPr lang="en-US" sz="2200" b="1" kern="1200" dirty="0" smtClean="0">
                <a:solidFill>
                  <a:schemeClr val="accent1"/>
                </a:solidFill>
                <a:latin typeface="Arial" pitchFamily="34" charset="0"/>
                <a:ea typeface="+mn-ea"/>
                <a:cs typeface="Arial" pitchFamily="34" charset="0"/>
              </a:defRPr>
            </a:lvl2pPr>
          </a:lstStyle>
          <a:p>
            <a:pPr lvl="0"/>
            <a:r>
              <a:rPr lang="en-US"/>
              <a:t>Click to add title</a:t>
            </a:r>
          </a:p>
          <a:p>
            <a:pPr lvl="1"/>
            <a:r>
              <a:rPr lang="en-US"/>
              <a:t>Second level</a:t>
            </a:r>
          </a:p>
        </p:txBody>
      </p:sp>
      <p:sp>
        <p:nvSpPr>
          <p:cNvPr id="5" name="Text Placeholder 2"/>
          <p:cNvSpPr>
            <a:spLocks noGrp="1"/>
          </p:cNvSpPr>
          <p:nvPr>
            <p:ph type="body" idx="10" hasCustomPrompt="1"/>
          </p:nvPr>
        </p:nvSpPr>
        <p:spPr>
          <a:xfrm>
            <a:off x="1009027" y="4555232"/>
            <a:ext cx="6271898" cy="601961"/>
          </a:xfrm>
          <a:prstGeom prst="rect">
            <a:avLst/>
          </a:prstGeom>
        </p:spPr>
        <p:txBody>
          <a:bodyPr lIns="0" tIns="0" rIns="0" bIns="0" anchor="t"/>
          <a:lstStyle>
            <a:lvl1pPr marL="0" indent="0">
              <a:lnSpc>
                <a:spcPct val="90000"/>
              </a:lnSpc>
              <a:spcBef>
                <a:spcPts val="0"/>
              </a:spcBef>
              <a:spcAft>
                <a:spcPts val="600"/>
              </a:spcAft>
              <a:buNone/>
              <a:tabLst/>
              <a:defRPr sz="1600" b="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Presenter Name</a:t>
            </a:r>
          </a:p>
        </p:txBody>
      </p:sp>
      <p:sp>
        <p:nvSpPr>
          <p:cNvPr id="6" name="Text Placeholder 2"/>
          <p:cNvSpPr>
            <a:spLocks noGrp="1"/>
          </p:cNvSpPr>
          <p:nvPr>
            <p:ph type="body" idx="11" hasCustomPrompt="1"/>
          </p:nvPr>
        </p:nvSpPr>
        <p:spPr>
          <a:xfrm>
            <a:off x="1009027" y="5202000"/>
            <a:ext cx="6271898" cy="244800"/>
          </a:xfrm>
          <a:prstGeom prst="rect">
            <a:avLst/>
          </a:prstGeom>
        </p:spPr>
        <p:txBody>
          <a:bodyPr lIns="0" tIns="0" rIns="0" bIns="0" anchor="ctr" anchorCtr="0"/>
          <a:lstStyle>
            <a:lvl1pPr marL="0" indent="0">
              <a:buNone/>
              <a:tabLst/>
              <a:defRPr sz="16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Presentation date</a:t>
            </a:r>
          </a:p>
        </p:txBody>
      </p:sp>
    </p:spTree>
    <p:extLst>
      <p:ext uri="{BB962C8B-B14F-4D97-AF65-F5344CB8AC3E}">
        <p14:creationId xmlns:p14="http://schemas.microsoft.com/office/powerpoint/2010/main" val="27790279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62976103"/>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ext Placeholder 2"/>
          <p:cNvSpPr>
            <a:spLocks noGrp="1"/>
          </p:cNvSpPr>
          <p:nvPr>
            <p:ph type="body" idx="1" hasCustomPrompt="1"/>
          </p:nvPr>
        </p:nvSpPr>
        <p:spPr>
          <a:xfrm>
            <a:off x="1009027" y="3797584"/>
            <a:ext cx="4082125" cy="1251712"/>
          </a:xfrm>
          <a:prstGeom prst="rect">
            <a:avLst/>
          </a:prstGeom>
        </p:spPr>
        <p:txBody>
          <a:bodyPr lIns="0" tIns="0" rIns="0" bIns="0" anchor="t"/>
          <a:lstStyle>
            <a:lvl1pPr marL="0" indent="0" algn="l">
              <a:lnSpc>
                <a:spcPct val="100000"/>
              </a:lnSpc>
              <a:spcAft>
                <a:spcPts val="0"/>
              </a:spcAft>
              <a:buNone/>
              <a:defRPr sz="1600" b="1" baseline="0">
                <a:solidFill>
                  <a:schemeClr val="accent2"/>
                </a:solidFill>
                <a:latin typeface="Calibri" panose="020F0502020204030204" pitchFamily="34" charset="0"/>
              </a:defRPr>
            </a:lvl1pPr>
            <a:lvl2pPr marL="0" indent="0">
              <a:spcBef>
                <a:spcPts val="0"/>
              </a:spcBef>
              <a:buNone/>
              <a:defRPr sz="1600" baseline="0">
                <a:solidFill>
                  <a:schemeClr val="accent2"/>
                </a:solidFill>
              </a:defRPr>
            </a:lvl2pPr>
            <a:lvl3pPr marL="0" indent="0">
              <a:spcBef>
                <a:spcPts val="0"/>
              </a:spcBef>
              <a:buNone/>
              <a:defRPr sz="1600" b="1">
                <a:solidFill>
                  <a:schemeClr val="accent2"/>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Contact details</a:t>
            </a:r>
          </a:p>
        </p:txBody>
      </p:sp>
      <p:sp>
        <p:nvSpPr>
          <p:cNvPr id="6" name="Title 1"/>
          <p:cNvSpPr>
            <a:spLocks noGrp="1"/>
          </p:cNvSpPr>
          <p:nvPr>
            <p:ph type="ctrTitle" hasCustomPrompt="1"/>
          </p:nvPr>
        </p:nvSpPr>
        <p:spPr>
          <a:xfrm>
            <a:off x="1009027" y="2872559"/>
            <a:ext cx="8836600" cy="675056"/>
          </a:xfrm>
          <a:prstGeom prst="rect">
            <a:avLst/>
          </a:prstGeom>
        </p:spPr>
        <p:txBody>
          <a:bodyPr lIns="0" tIns="0" rIns="0" bIns="0" anchor="t" anchorCtr="0"/>
          <a:lstStyle>
            <a:lvl1pPr algn="l">
              <a:lnSpc>
                <a:spcPct val="90000"/>
              </a:lnSpc>
              <a:defRPr sz="4400" b="1">
                <a:solidFill>
                  <a:schemeClr val="accent2"/>
                </a:solidFill>
                <a:latin typeface="Calibri" panose="020F0502020204030204" pitchFamily="34" charset="0"/>
              </a:defRPr>
            </a:lvl1pPr>
          </a:lstStyle>
          <a:p>
            <a:r>
              <a:rPr lang="en-US"/>
              <a:t>Thank you</a:t>
            </a:r>
            <a:endParaRPr lang="en-AU"/>
          </a:p>
        </p:txBody>
      </p:sp>
      <p:sp>
        <p:nvSpPr>
          <p:cNvPr id="7" name="Text Placeholder 2"/>
          <p:cNvSpPr>
            <a:spLocks noGrp="1"/>
          </p:cNvSpPr>
          <p:nvPr>
            <p:ph type="body" idx="10" hasCustomPrompt="1"/>
          </p:nvPr>
        </p:nvSpPr>
        <p:spPr>
          <a:xfrm>
            <a:off x="5249917" y="3797584"/>
            <a:ext cx="4082125" cy="1251712"/>
          </a:xfrm>
          <a:prstGeom prst="rect">
            <a:avLst/>
          </a:prstGeom>
        </p:spPr>
        <p:txBody>
          <a:bodyPr lIns="0" tIns="0" rIns="0" bIns="0" anchor="t"/>
          <a:lstStyle>
            <a:lvl1pPr marL="0" indent="0" algn="l">
              <a:lnSpc>
                <a:spcPct val="100000"/>
              </a:lnSpc>
              <a:spcAft>
                <a:spcPts val="0"/>
              </a:spcAft>
              <a:buNone/>
              <a:defRPr sz="1600" b="1" baseline="0">
                <a:solidFill>
                  <a:schemeClr val="accent2"/>
                </a:solidFill>
                <a:latin typeface="Calibri" panose="020F0502020204030204" pitchFamily="34" charset="0"/>
              </a:defRPr>
            </a:lvl1pPr>
            <a:lvl2pPr marL="0" indent="0">
              <a:spcBef>
                <a:spcPts val="0"/>
              </a:spcBef>
              <a:buNone/>
              <a:defRPr sz="1600" baseline="0">
                <a:solidFill>
                  <a:schemeClr val="accent2"/>
                </a:solidFill>
              </a:defRPr>
            </a:lvl2pPr>
            <a:lvl3pPr marL="0" indent="0">
              <a:spcBef>
                <a:spcPts val="0"/>
              </a:spcBef>
              <a:buNone/>
              <a:defRPr sz="1600" b="1">
                <a:solidFill>
                  <a:schemeClr val="accent2"/>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Contact details</a:t>
            </a:r>
          </a:p>
        </p:txBody>
      </p:sp>
    </p:spTree>
    <p:extLst>
      <p:ext uri="{BB962C8B-B14F-4D97-AF65-F5344CB8AC3E}">
        <p14:creationId xmlns:p14="http://schemas.microsoft.com/office/powerpoint/2010/main" val="379469725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26634898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ctrTitle"/>
          </p:nvPr>
        </p:nvSpPr>
        <p:spPr>
          <a:xfrm>
            <a:off x="3025191" y="777600"/>
            <a:ext cx="7369607" cy="860400"/>
          </a:xfrm>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Subtitle 2"/>
          <p:cNvSpPr>
            <a:spLocks noGrp="1"/>
          </p:cNvSpPr>
          <p:nvPr>
            <p:ph type="subTitle" idx="1"/>
          </p:nvPr>
        </p:nvSpPr>
        <p:spPr>
          <a:xfrm>
            <a:off x="3025191" y="1753200"/>
            <a:ext cx="7369607" cy="968400"/>
          </a:xfrm>
        </p:spPr>
        <p:txBody>
          <a:bodyPr/>
          <a:lstStyle>
            <a:lvl1pPr marL="0" indent="0" algn="l">
              <a:buNone/>
              <a:defRPr sz="2000">
                <a:solidFill>
                  <a:schemeClr val="bg1"/>
                </a:solidFill>
                <a:latin typeface="EYInterstate"/>
                <a:cs typeface="Arial" pitchFamily="34" charset="0"/>
                <a:sym typeface="EYInterstate"/>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grpSp>
        <p:nvGrpSpPr>
          <p:cNvPr id="12" name="Group 11"/>
          <p:cNvGrpSpPr/>
          <p:nvPr userDrawn="1"/>
        </p:nvGrpSpPr>
        <p:grpSpPr>
          <a:xfrm>
            <a:off x="-8714" y="2405084"/>
            <a:ext cx="12207064" cy="3349170"/>
            <a:chOff x="-6532" y="2405084"/>
            <a:chExt cx="9150532" cy="3349170"/>
          </a:xfrm>
        </p:grpSpPr>
        <p:sp>
          <p:nvSpPr>
            <p:cNvPr id="1032" name="Freeform 8"/>
            <p:cNvSpPr>
              <a:spLocks/>
            </p:cNvSpPr>
            <p:nvPr userDrawn="1"/>
          </p:nvSpPr>
          <p:spPr bwMode="gray">
            <a:xfrm>
              <a:off x="2273222" y="2405084"/>
              <a:ext cx="6870778"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pic>
          <p:nvPicPr>
            <p:cNvPr id="8"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532" y="4411503"/>
              <a:ext cx="2289891" cy="1342751"/>
            </a:xfrm>
            <a:prstGeom prst="rect">
              <a:avLst/>
            </a:prstGeom>
            <a:noFill/>
            <a:ln w="9525">
              <a:noFill/>
              <a:miter lim="800000"/>
              <a:headEnd/>
              <a:tailEnd/>
            </a:ln>
            <a:effectLst/>
          </p:spPr>
        </p:pic>
      </p:grpSp>
      <p:pic>
        <p:nvPicPr>
          <p:cNvPr id="10" name="Picture 9" descr="EY_Logo2.emf"/>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025191" y="5754254"/>
            <a:ext cx="1319558" cy="749808"/>
          </a:xfrm>
          <a:prstGeom prst="rect">
            <a:avLst/>
          </a:prstGeom>
        </p:spPr>
      </p:pic>
    </p:spTree>
    <p:extLst>
      <p:ext uri="{BB962C8B-B14F-4D97-AF65-F5344CB8AC3E}">
        <p14:creationId xmlns:p14="http://schemas.microsoft.com/office/powerpoint/2010/main" val="108513509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4273515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idx="1"/>
          </p:nvPr>
        </p:nvSpPr>
        <p:spPr>
          <a:xfrm>
            <a:off x="609918" y="1229544"/>
            <a:ext cx="10978515" cy="4895032"/>
          </a:xfrm>
        </p:spPr>
        <p:txBody>
          <a:bodyPr/>
          <a:lstStyle>
            <a:lvl1pPr>
              <a:defRPr sz="1600">
                <a:solidFill>
                  <a:schemeClr val="bg1"/>
                </a:solidFill>
                <a:latin typeface="EYInterstate"/>
                <a:cs typeface="Arial" pitchFamily="34" charset="0"/>
                <a:sym typeface="EYInterstate"/>
              </a:defRPr>
            </a:lvl1pPr>
            <a:lvl2pPr>
              <a:defRPr sz="1400">
                <a:solidFill>
                  <a:schemeClr val="bg1"/>
                </a:solidFill>
                <a:latin typeface="EYInterstate"/>
                <a:cs typeface="Arial" pitchFamily="34" charset="0"/>
                <a:sym typeface="EYInterstate"/>
              </a:defRPr>
            </a:lvl2pPr>
            <a:lvl3pPr>
              <a:defRPr sz="1400">
                <a:solidFill>
                  <a:schemeClr val="bg1"/>
                </a:solidFill>
                <a:latin typeface="EYInterstate"/>
                <a:cs typeface="Arial" pitchFamily="34" charset="0"/>
                <a:sym typeface="EYInterstate"/>
              </a:defRPr>
            </a:lvl3pPr>
            <a:lvl4pPr>
              <a:defRPr sz="1400">
                <a:solidFill>
                  <a:schemeClr val="bg1"/>
                </a:solidFill>
                <a:latin typeface="EYInterstate"/>
                <a:cs typeface="Arial" pitchFamily="34" charset="0"/>
                <a:sym typeface="EYInterstate"/>
              </a:defRPr>
            </a:lvl4pPr>
            <a:lvl5pPr>
              <a:defRPr sz="1400">
                <a:solidFill>
                  <a:schemeClr val="bg1"/>
                </a:solidFill>
                <a:latin typeface="EYInterstate"/>
                <a:cs typeface="Arial" pitchFamily="34" charset="0"/>
                <a:sym typeface="EYInterstat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178499198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68652274"/>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
        <p:nvSpPr>
          <p:cNvPr id="6" name="Title 5"/>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182310426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00559767"/>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sz="half" idx="1"/>
          </p:nvPr>
        </p:nvSpPr>
        <p:spPr>
          <a:xfrm>
            <a:off x="609917" y="1426465"/>
            <a:ext cx="5387605" cy="4698111"/>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0828" y="1426465"/>
            <a:ext cx="5387605" cy="4698111"/>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301733935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01384813"/>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solidFill>
                  <a:schemeClr val="bg1"/>
                </a:solidFill>
                <a:latin typeface="EYInterstate"/>
                <a:cs typeface="Arial" pitchFamily="34" charset="0"/>
                <a:sym typeface="EYInterstate"/>
              </a:defRPr>
            </a:lvl1pPr>
          </a:lstStyle>
          <a:p>
            <a:r>
              <a:rPr lang="en-US"/>
              <a:t>Click to edit Master title style</a:t>
            </a:r>
            <a:endParaRPr lang="en-GB"/>
          </a:p>
        </p:txBody>
      </p:sp>
      <p:sp>
        <p:nvSpPr>
          <p:cNvPr id="3" name="Content Placeholder 2"/>
          <p:cNvSpPr>
            <a:spLocks noGrp="1"/>
          </p:cNvSpPr>
          <p:nvPr>
            <p:ph sz="half" idx="1"/>
          </p:nvPr>
        </p:nvSpPr>
        <p:spPr>
          <a:xfrm>
            <a:off x="609917" y="2131821"/>
            <a:ext cx="5393208" cy="3994963"/>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04830" y="2131821"/>
            <a:ext cx="5393208" cy="3994963"/>
          </a:xfrm>
        </p:spPr>
        <p:txBody>
          <a:bodyPr/>
          <a:lstStyle>
            <a:lvl1pPr>
              <a:defRPr sz="1100">
                <a:solidFill>
                  <a:schemeClr val="bg1"/>
                </a:solidFill>
                <a:latin typeface="EYInterstate"/>
                <a:cs typeface="Arial" pitchFamily="34" charset="0"/>
                <a:sym typeface="EYInterstate"/>
              </a:defRPr>
            </a:lvl1pPr>
            <a:lvl2pPr>
              <a:defRPr sz="1100">
                <a:solidFill>
                  <a:schemeClr val="bg1"/>
                </a:solidFill>
                <a:latin typeface="EYInterstate"/>
                <a:cs typeface="Arial" pitchFamily="34" charset="0"/>
                <a:sym typeface="EYInterstate"/>
              </a:defRPr>
            </a:lvl2pPr>
            <a:lvl3pPr>
              <a:defRPr sz="1100">
                <a:solidFill>
                  <a:schemeClr val="bg1"/>
                </a:solidFill>
                <a:latin typeface="EYInterstate"/>
                <a:cs typeface="Arial" pitchFamily="34" charset="0"/>
                <a:sym typeface="EYInterstate"/>
              </a:defRPr>
            </a:lvl3pPr>
            <a:lvl4pPr>
              <a:defRPr sz="1100">
                <a:solidFill>
                  <a:schemeClr val="bg1"/>
                </a:solidFill>
                <a:latin typeface="EYInterstate"/>
                <a:cs typeface="Arial" pitchFamily="34" charset="0"/>
                <a:sym typeface="EYInterstate"/>
              </a:defRPr>
            </a:lvl4pPr>
            <a:lvl5pPr>
              <a:defRPr sz="1100">
                <a:solidFill>
                  <a:schemeClr val="bg1"/>
                </a:solidFill>
                <a:latin typeface="EYInterstate"/>
                <a:cs typeface="Arial" pitchFamily="34" charset="0"/>
                <a:sym typeface="EYInterstat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a:solidFill>
                <a:srgbClr val="646464"/>
              </a:solidFill>
              <a:latin typeface="EYInterstate"/>
              <a:cs typeface="Arial" pitchFamily="34" charset="0"/>
              <a:sym typeface="EYInterstate"/>
            </a:endParaRPr>
          </a:p>
        </p:txBody>
      </p:sp>
      <p:sp>
        <p:nvSpPr>
          <p:cNvPr id="10" name="Text Placeholder 9"/>
          <p:cNvSpPr>
            <a:spLocks noGrp="1"/>
          </p:cNvSpPr>
          <p:nvPr>
            <p:ph type="body" sz="quarter" idx="12"/>
          </p:nvPr>
        </p:nvSpPr>
        <p:spPr>
          <a:xfrm>
            <a:off x="609917" y="1426464"/>
            <a:ext cx="5393208" cy="640800"/>
          </a:xfrm>
        </p:spPr>
        <p:txBody>
          <a:bodyPr anchor="t" anchorCtr="0"/>
          <a:lstStyle>
            <a:lvl1pPr marL="0" indent="0">
              <a:buNone/>
              <a:defRPr sz="1100" b="1">
                <a:solidFill>
                  <a:schemeClr val="bg1"/>
                </a:solidFill>
                <a:latin typeface="EYInterstate"/>
                <a:cs typeface="Arial" pitchFamily="34" charset="0"/>
                <a:sym typeface="EYInterstate"/>
              </a:defRPr>
            </a:lvl1pPr>
          </a:lstStyle>
          <a:p>
            <a:pPr lvl="0"/>
            <a:r>
              <a:rPr lang="en-US"/>
              <a:t>Click to edit Master text styles</a:t>
            </a:r>
          </a:p>
        </p:txBody>
      </p:sp>
      <p:sp>
        <p:nvSpPr>
          <p:cNvPr id="11" name="Text Placeholder 9"/>
          <p:cNvSpPr>
            <a:spLocks noGrp="1"/>
          </p:cNvSpPr>
          <p:nvPr>
            <p:ph type="body" sz="quarter" idx="13"/>
          </p:nvPr>
        </p:nvSpPr>
        <p:spPr>
          <a:xfrm>
            <a:off x="6204830" y="1426464"/>
            <a:ext cx="5393208" cy="640800"/>
          </a:xfrm>
        </p:spPr>
        <p:txBody>
          <a:bodyPr anchor="t" anchorCtr="0"/>
          <a:lstStyle>
            <a:lvl1pPr marL="0" indent="0">
              <a:buNone/>
              <a:defRPr sz="1100" b="1">
                <a:solidFill>
                  <a:schemeClr val="bg1"/>
                </a:solidFill>
                <a:latin typeface="EYInterstate"/>
                <a:cs typeface="Arial" pitchFamily="34" charset="0"/>
                <a:sym typeface="EYInterstate"/>
              </a:defRPr>
            </a:lvl1pPr>
          </a:lstStyle>
          <a:p>
            <a:pPr lvl="0"/>
            <a:r>
              <a:rPr lang="en-US"/>
              <a:t>Click to edit Master text styles</a:t>
            </a:r>
          </a:p>
        </p:txBody>
      </p:sp>
    </p:spTree>
    <p:extLst>
      <p:ext uri="{BB962C8B-B14F-4D97-AF65-F5344CB8AC3E}">
        <p14:creationId xmlns:p14="http://schemas.microsoft.com/office/powerpoint/2010/main" val="23161024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447634398"/>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3" name="Text Placeholder 2"/>
          <p:cNvSpPr>
            <a:spLocks noGrp="1"/>
          </p:cNvSpPr>
          <p:nvPr>
            <p:ph type="body" sz="quarter" idx="11"/>
          </p:nvPr>
        </p:nvSpPr>
        <p:spPr>
          <a:xfrm>
            <a:off x="607802" y="1024129"/>
            <a:ext cx="10978515" cy="1643063"/>
          </a:xfrm>
        </p:spPr>
        <p:txBody>
          <a:bodyPr/>
          <a:lstStyle>
            <a:lvl1pPr marL="0" indent="0" algn="l">
              <a:lnSpc>
                <a:spcPct val="85000"/>
              </a:lnSpc>
              <a:spcBef>
                <a:spcPts val="0"/>
              </a:spcBef>
              <a:buNone/>
              <a:defRPr sz="5000" b="1">
                <a:solidFill>
                  <a:schemeClr val="bg2"/>
                </a:solidFill>
                <a:latin typeface="EYInterstate"/>
                <a:cs typeface="Arial" pitchFamily="34" charset="0"/>
                <a:sym typeface="EYInterstate"/>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Tree>
    <p:extLst>
      <p:ext uri="{BB962C8B-B14F-4D97-AF65-F5344CB8AC3E}">
        <p14:creationId xmlns:p14="http://schemas.microsoft.com/office/powerpoint/2010/main" val="193028699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94831929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latin typeface="EYInterstate"/>
                <a:cs typeface="Arial" pitchFamily="34" charset="0"/>
                <a:sym typeface="EYInterstate"/>
              </a:defRPr>
            </a:lvl1pPr>
          </a:lstStyle>
          <a:p>
            <a:pPr lvl="0" algn="l" fontAlgn="base">
              <a:lnSpc>
                <a:spcPct val="85000"/>
              </a:lnSpc>
              <a:spcAft>
                <a:spcPct val="0"/>
              </a:spcAft>
            </a:pPr>
            <a:r>
              <a:rPr lang="en-US"/>
              <a:t>Click to edit Master title style</a:t>
            </a:r>
          </a:p>
        </p:txBody>
      </p:sp>
      <p:sp>
        <p:nvSpPr>
          <p:cNvPr id="4101" name="Freeform 5"/>
          <p:cNvSpPr>
            <a:spLocks/>
          </p:cNvSpPr>
          <p:nvPr userDrawn="1"/>
        </p:nvSpPr>
        <p:spPr bwMode="gray">
          <a:xfrm>
            <a:off x="609918" y="1040400"/>
            <a:ext cx="10978515"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5" cstate="print">
              <a:extLst>
                <a:ext uri="{28A0092B-C50C-407E-A947-70E740481C1C}">
                  <a14:useLocalDpi xmlns:a14="http://schemas.microsoft.com/office/drawing/2010/main" val="0"/>
                </a:ext>
              </a:extLst>
            </a:blip>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spTree>
    <p:extLst>
      <p:ext uri="{BB962C8B-B14F-4D97-AF65-F5344CB8AC3E}">
        <p14:creationId xmlns:p14="http://schemas.microsoft.com/office/powerpoint/2010/main" val="4572943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45908041"/>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grpSp>
        <p:nvGrpSpPr>
          <p:cNvPr id="5" name="Group 14"/>
          <p:cNvGrpSpPr>
            <a:grpSpLocks noChangeAspect="1"/>
          </p:cNvGrpSpPr>
          <p:nvPr userDrawn="1"/>
        </p:nvGrpSpPr>
        <p:grpSpPr bwMode="auto">
          <a:xfrm>
            <a:off x="4" y="0"/>
            <a:ext cx="4671799" cy="1182688"/>
            <a:chOff x="-1055" y="2405319"/>
            <a:chExt cx="9145054" cy="3346232"/>
          </a:xfrm>
        </p:grpSpPr>
        <p:sp>
          <p:nvSpPr>
            <p:cNvPr id="6" name="Freeform 15"/>
            <p:cNvSpPr>
              <a:spLocks/>
            </p:cNvSpPr>
            <p:nvPr userDrawn="1"/>
          </p:nvSpPr>
          <p:spPr bwMode="gray">
            <a:xfrm>
              <a:off x="2273866" y="2405319"/>
              <a:ext cx="6870133" cy="2494990"/>
            </a:xfrm>
            <a:custGeom>
              <a:avLst/>
              <a:gdLst>
                <a:gd name="T0" fmla="*/ 0 w 5081"/>
                <a:gd name="T1" fmla="*/ 2147483647 h 1852"/>
                <a:gd name="T2" fmla="*/ 2147483647 w 5081"/>
                <a:gd name="T3" fmla="*/ 0 h 1852"/>
                <a:gd name="T4" fmla="*/ 2147483647 w 5081"/>
                <a:gd name="T5" fmla="*/ 2147483647 h 1852"/>
                <a:gd name="T6" fmla="*/ 0 w 5081"/>
                <a:gd name="T7" fmla="*/ 2147483647 h 18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81" h="1852">
                  <a:moveTo>
                    <a:pt x="0" y="1852"/>
                  </a:moveTo>
                  <a:lnTo>
                    <a:pt x="5081" y="0"/>
                  </a:lnTo>
                  <a:lnTo>
                    <a:pt x="5081" y="968"/>
                  </a:lnTo>
                  <a:lnTo>
                    <a:pt x="0" y="185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896938" fontAlgn="base">
                <a:spcBef>
                  <a:spcPct val="0"/>
                </a:spcBef>
                <a:spcAft>
                  <a:spcPct val="0"/>
                </a:spcAft>
              </a:pPr>
              <a:endParaRPr lang="fr-FR" sz="1800">
                <a:solidFill>
                  <a:srgbClr val="000000"/>
                </a:solidFill>
                <a:latin typeface="EYInterstate"/>
                <a:ea typeface="ＭＳ Ｐゴシック" pitchFamily="34" charset="-128"/>
                <a:sym typeface="EYInterstate"/>
              </a:endParaRPr>
            </a:p>
          </p:txBody>
        </p:sp>
        <p:pic>
          <p:nvPicPr>
            <p:cNvPr id="8"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55" y="4411633"/>
              <a:ext cx="2285060" cy="1339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8"/>
          <p:cNvGrpSpPr/>
          <p:nvPr userDrawn="1"/>
        </p:nvGrpSpPr>
        <p:grpSpPr bwMode="gray">
          <a:xfrm>
            <a:off x="1216993" y="1026421"/>
            <a:ext cx="488674" cy="204787"/>
            <a:chOff x="8348663" y="6450013"/>
            <a:chExt cx="338137" cy="204787"/>
          </a:xfrm>
          <a:solidFill>
            <a:srgbClr val="808080"/>
          </a:solidFill>
        </p:grpSpPr>
        <p:sp>
          <p:nvSpPr>
            <p:cNvPr id="10" name="Freeform 5"/>
            <p:cNvSpPr>
              <a:spLocks/>
            </p:cNvSpPr>
            <p:nvPr/>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a:lstStyle/>
            <a:p>
              <a:pPr>
                <a:defRPr/>
              </a:pPr>
              <a:endParaRPr lang="en-GB" sz="1800">
                <a:solidFill>
                  <a:srgbClr val="000000"/>
                </a:solidFill>
                <a:latin typeface="EYInterstate"/>
                <a:ea typeface="MS PGothic" pitchFamily="34" charset="-128"/>
                <a:sym typeface="EYInterstate"/>
              </a:endParaRPr>
            </a:p>
          </p:txBody>
        </p:sp>
        <p:sp>
          <p:nvSpPr>
            <p:cNvPr id="11" name="Freeform 6"/>
            <p:cNvSpPr>
              <a:spLocks/>
            </p:cNvSpPr>
            <p:nvPr/>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a:lstStyle/>
            <a:p>
              <a:pPr>
                <a:defRPr/>
              </a:pPr>
              <a:endParaRPr lang="en-GB" sz="1800">
                <a:solidFill>
                  <a:srgbClr val="000000"/>
                </a:solidFill>
                <a:latin typeface="EYInterstate"/>
                <a:ea typeface="MS PGothic" pitchFamily="34" charset="-128"/>
                <a:sym typeface="EYInterstate"/>
              </a:endParaRPr>
            </a:p>
          </p:txBody>
        </p:sp>
      </p:grpSp>
    </p:spTree>
    <p:extLst>
      <p:ext uri="{BB962C8B-B14F-4D97-AF65-F5344CB8AC3E}">
        <p14:creationId xmlns:p14="http://schemas.microsoft.com/office/powerpoint/2010/main" val="16027516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8555986"/>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Tree>
    <p:extLst>
      <p:ext uri="{BB962C8B-B14F-4D97-AF65-F5344CB8AC3E}">
        <p14:creationId xmlns:p14="http://schemas.microsoft.com/office/powerpoint/2010/main" val="206268942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8897699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12" name="Freeform 154"/>
          <p:cNvSpPr>
            <a:spLocks/>
          </p:cNvSpPr>
          <p:nvPr userDrawn="1"/>
        </p:nvSpPr>
        <p:spPr bwMode="auto">
          <a:xfrm>
            <a:off x="-10790" y="1136121"/>
            <a:ext cx="8681445" cy="2291440"/>
          </a:xfrm>
          <a:custGeom>
            <a:avLst/>
            <a:gdLst>
              <a:gd name="connsiteX0" fmla="*/ 0 w 10398"/>
              <a:gd name="connsiteY0" fmla="*/ 30 h 10000"/>
              <a:gd name="connsiteX1" fmla="*/ 405 w 10398"/>
              <a:gd name="connsiteY1" fmla="*/ 10000 h 10000"/>
              <a:gd name="connsiteX2" fmla="*/ 9677 w 10398"/>
              <a:gd name="connsiteY2" fmla="*/ 9980 h 10000"/>
              <a:gd name="connsiteX3" fmla="*/ 10398 w 10398"/>
              <a:gd name="connsiteY3" fmla="*/ 0 h 10000"/>
              <a:gd name="connsiteX4" fmla="*/ 0 w 10398"/>
              <a:gd name="connsiteY4" fmla="*/ 30 h 10000"/>
              <a:gd name="connsiteX0" fmla="*/ 2 w 10400"/>
              <a:gd name="connsiteY0" fmla="*/ 30 h 10000"/>
              <a:gd name="connsiteX1" fmla="*/ 2 w 10400"/>
              <a:gd name="connsiteY1" fmla="*/ 10000 h 10000"/>
              <a:gd name="connsiteX2" fmla="*/ 9679 w 10400"/>
              <a:gd name="connsiteY2" fmla="*/ 9980 h 10000"/>
              <a:gd name="connsiteX3" fmla="*/ 10400 w 10400"/>
              <a:gd name="connsiteY3" fmla="*/ 0 h 10000"/>
              <a:gd name="connsiteX4" fmla="*/ 2 w 10400"/>
              <a:gd name="connsiteY4" fmla="*/ 3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0" h="10000">
                <a:moveTo>
                  <a:pt x="2" y="30"/>
                </a:moveTo>
                <a:cubicBezTo>
                  <a:pt x="4" y="3350"/>
                  <a:pt x="0" y="6680"/>
                  <a:pt x="2" y="10000"/>
                </a:cubicBezTo>
                <a:lnTo>
                  <a:pt x="9679" y="9980"/>
                </a:lnTo>
                <a:cubicBezTo>
                  <a:pt x="9919" y="6653"/>
                  <a:pt x="10160" y="3327"/>
                  <a:pt x="10400" y="0"/>
                </a:cubicBezTo>
                <a:lnTo>
                  <a:pt x="2" y="30"/>
                </a:lnTo>
                <a:close/>
              </a:path>
            </a:pathLst>
          </a:custGeom>
          <a:solidFill>
            <a:srgbClr val="FFE600"/>
          </a:solidFill>
          <a:ln w="9525">
            <a:noFill/>
            <a:round/>
            <a:headEnd/>
            <a:tailEnd/>
          </a:ln>
        </p:spPr>
        <p:txBody>
          <a:bodyPr lIns="79873" tIns="39937" rIns="79873" bIns="39937"/>
          <a:lstStyle/>
          <a:p>
            <a:pPr defTabSz="906718" fontAlgn="base">
              <a:spcBef>
                <a:spcPct val="0"/>
              </a:spcBef>
              <a:spcAft>
                <a:spcPct val="30000"/>
              </a:spcAft>
            </a:pPr>
            <a:endParaRPr lang="en-GB" sz="700">
              <a:solidFill>
                <a:srgbClr val="FFFFFF"/>
              </a:solidFill>
              <a:latin typeface="EYInterstate"/>
              <a:sym typeface="EYInterstate"/>
            </a:endParaRPr>
          </a:p>
        </p:txBody>
      </p:sp>
      <p:sp>
        <p:nvSpPr>
          <p:cNvPr id="13" name="TextBox 12"/>
          <p:cNvSpPr txBox="1"/>
          <p:nvPr userDrawn="1"/>
        </p:nvSpPr>
        <p:spPr bwMode="gray">
          <a:xfrm>
            <a:off x="749784" y="1336361"/>
            <a:ext cx="7144204" cy="1261884"/>
          </a:xfrm>
          <a:prstGeom prst="rect">
            <a:avLst/>
          </a:prstGeom>
          <a:noFill/>
          <a:ln w="9525">
            <a:noFill/>
            <a:miter lim="800000"/>
            <a:headEnd/>
            <a:tailEnd/>
          </a:ln>
          <a:effectLst/>
        </p:spPr>
        <p:txBody>
          <a:bodyPr vert="horz" wrap="square" lIns="0" tIns="0" rIns="0" bIns="0" numCol="1" rtlCol="0" anchor="t" anchorCtr="0" compatLnSpc="1">
            <a:prstTxWarp prst="textNoShape">
              <a:avLst/>
            </a:prstTxWarp>
            <a:spAutoFit/>
          </a:bodyPr>
          <a:lstStyle/>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Cette proposition a été établie sur la base des besoins et informations que vous nous avez communiqués, par référence à votre contexte et en fonction de l'environnement juridique et économique actuel. </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Dans ce cadre, le contenu constitue notre réponse originale élaborée à partir de nos méthodes, processus, techniques et savoir faire. De ce fait, le contenu, ainsi que le support est notre propriété.</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Cette proposition réservée à votre seul usage interne, tant dans sa forme que son contenu, est confidentielle. </a:t>
            </a:r>
            <a:br>
              <a:rPr lang="fr-FR" sz="1000">
                <a:solidFill>
                  <a:prstClr val="black"/>
                </a:solidFill>
                <a:latin typeface="EYInterstate" panose="02000503020000020004" pitchFamily="2" charset="0"/>
              </a:rPr>
            </a:br>
            <a:r>
              <a:rPr lang="fr-FR" sz="1000">
                <a:solidFill>
                  <a:prstClr val="black"/>
                </a:solidFill>
                <a:latin typeface="EYInterstate" panose="02000503020000020004" pitchFamily="2" charset="0"/>
              </a:rPr>
              <a:t>Elle ne peut être divulguée à des tiers qu’avec notre accord. </a:t>
            </a:r>
          </a:p>
          <a:p>
            <a:pPr defTabSz="869437" fontAlgn="base">
              <a:spcBef>
                <a:spcPct val="0"/>
              </a:spcBef>
              <a:spcAft>
                <a:spcPct val="40000"/>
              </a:spcAft>
              <a:buClr>
                <a:srgbClr val="FFD200"/>
              </a:buClr>
              <a:buSzPct val="75000"/>
              <a:buFont typeface="Arial Unicode MS" pitchFamily="34" charset="-128"/>
              <a:buNone/>
            </a:pPr>
            <a:r>
              <a:rPr lang="fr-FR" sz="1000">
                <a:solidFill>
                  <a:prstClr val="black"/>
                </a:solidFill>
                <a:latin typeface="EYInterstate" panose="02000503020000020004" pitchFamily="2" charset="0"/>
              </a:rPr>
              <a:t>Ernst &amp; Young est une marque déposée au niveau mondial.</a:t>
            </a:r>
            <a:endParaRPr lang="en-GB" sz="1000">
              <a:solidFill>
                <a:prstClr val="black"/>
              </a:solidFill>
              <a:latin typeface="EYInterstate" panose="02000503020000020004" pitchFamily="2" charset="0"/>
            </a:endParaRPr>
          </a:p>
        </p:txBody>
      </p:sp>
    </p:spTree>
    <p:extLst>
      <p:ext uri="{BB962C8B-B14F-4D97-AF65-F5344CB8AC3E}">
        <p14:creationId xmlns:p14="http://schemas.microsoft.com/office/powerpoint/2010/main" val="246793047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990743488"/>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EYInterstate"/>
                <a:ea typeface="+mn-ea"/>
                <a:cs typeface="Arial" pitchFamily="34" charset="0"/>
                <a:sym typeface="EYInterstate"/>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EYInterstate"/>
                <a:ea typeface="+mn-ea"/>
                <a:cs typeface="Arial" pitchFamily="34" charset="0"/>
                <a:sym typeface="EYInterstate"/>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EYInterstate"/>
                <a:ea typeface="+mn-ea"/>
                <a:cs typeface="Arial" pitchFamily="34" charset="0"/>
                <a:sym typeface="EYInterstate"/>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EYInterstate"/>
                <a:ea typeface="+mn-ea"/>
                <a:cs typeface="Arial" pitchFamily="34" charset="0"/>
                <a:sym typeface="EYInterstate"/>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EYInterstate"/>
                <a:ea typeface="+mn-ea"/>
                <a:cs typeface="Arial" pitchFamily="34" charset="0"/>
                <a:sym typeface="EYInterstat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466632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9635067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89"/>
                        <a:ext cx="2117" cy="1587"/>
                      </a:xfrm>
                      <a:prstGeom prst="rect">
                        <a:avLst/>
                      </a:prstGeom>
                    </p:spPr>
                  </p:pic>
                </p:oleObj>
              </mc:Fallback>
            </mc:AlternateContent>
          </a:graphicData>
        </a:graphic>
      </p:graphicFrame>
    </p:spTree>
    <p:extLst>
      <p:ext uri="{BB962C8B-B14F-4D97-AF65-F5344CB8AC3E}">
        <p14:creationId xmlns:p14="http://schemas.microsoft.com/office/powerpoint/2010/main" val="119428479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Single Column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87483422"/>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19" y="1589"/>
                        <a:ext cx="2117" cy="1587"/>
                      </a:xfrm>
                      <a:prstGeom prst="rect">
                        <a:avLst/>
                      </a:prstGeom>
                    </p:spPr>
                  </p:pic>
                </p:oleObj>
              </mc:Fallback>
            </mc:AlternateContent>
          </a:graphicData>
        </a:graphic>
      </p:graphicFrame>
      <p:sp>
        <p:nvSpPr>
          <p:cNvPr id="8" name="Content Placeholder 7"/>
          <p:cNvSpPr>
            <a:spLocks noGrp="1"/>
          </p:cNvSpPr>
          <p:nvPr>
            <p:ph sz="quarter" idx="14"/>
          </p:nvPr>
        </p:nvSpPr>
        <p:spPr bwMode="gray">
          <a:xfrm>
            <a:off x="677285" y="1337624"/>
            <a:ext cx="10829297" cy="483357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bwMode="gray">
          <a:xfrm>
            <a:off x="677293" y="643618"/>
            <a:ext cx="10827486" cy="555079"/>
          </a:xfrm>
        </p:spPr>
        <p:txBody>
          <a:bodyPr/>
          <a:lstStyle>
            <a:lvl1pPr>
              <a:lnSpc>
                <a:spcPct val="90000"/>
              </a:lnSpc>
              <a:defRPr/>
            </a:lvl1pPr>
          </a:lstStyle>
          <a:p>
            <a:r>
              <a:rPr lang="en-US"/>
              <a:t>Click to edit Master title style</a:t>
            </a:r>
            <a:endParaRPr lang="en-GB"/>
          </a:p>
        </p:txBody>
      </p:sp>
      <p:sp>
        <p:nvSpPr>
          <p:cNvPr id="9" name="Slide Number Placeholder 3"/>
          <p:cNvSpPr txBox="1">
            <a:spLocks/>
          </p:cNvSpPr>
          <p:nvPr userDrawn="1"/>
        </p:nvSpPr>
        <p:spPr bwMode="gray">
          <a:xfrm>
            <a:off x="5939936" y="6358828"/>
            <a:ext cx="764547" cy="179536"/>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defPPr>
              <a:defRPr lang="en-US"/>
            </a:defPPr>
            <a:lvl1pPr algn="ctr" defTabSz="980780" rtl="0" fontAlgn="base">
              <a:lnSpc>
                <a:spcPts val="1400"/>
              </a:lnSpc>
              <a:spcBef>
                <a:spcPct val="0"/>
              </a:spcBef>
              <a:spcAft>
                <a:spcPct val="0"/>
              </a:spcAft>
              <a:defRPr sz="700" kern="1200">
                <a:solidFill>
                  <a:schemeClr val="accent1"/>
                </a:solidFill>
                <a:latin typeface="Arial" charset="0"/>
                <a:ea typeface="+mn-ea"/>
                <a:cs typeface="+mn-cs"/>
              </a:defRPr>
            </a:lvl1pPr>
            <a:lvl2pPr marL="457120"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2pPr>
            <a:lvl3pPr marL="914239"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3pPr>
            <a:lvl4pPr marL="1371358"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4pPr>
            <a:lvl5pPr marL="1828477"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5pPr>
            <a:lvl6pPr marL="2285597" algn="l" defTabSz="914239" rtl="0" eaLnBrk="1" latinLnBrk="0" hangingPunct="1">
              <a:defRPr sz="1100" kern="1200">
                <a:solidFill>
                  <a:srgbClr val="010024"/>
                </a:solidFill>
                <a:latin typeface="EYInterstate Regular" pitchFamily="2" charset="0"/>
                <a:ea typeface="+mn-ea"/>
                <a:cs typeface="+mn-cs"/>
              </a:defRPr>
            </a:lvl6pPr>
            <a:lvl7pPr marL="2742716" algn="l" defTabSz="914239" rtl="0" eaLnBrk="1" latinLnBrk="0" hangingPunct="1">
              <a:defRPr sz="1100" kern="1200">
                <a:solidFill>
                  <a:srgbClr val="010024"/>
                </a:solidFill>
                <a:latin typeface="EYInterstate Regular" pitchFamily="2" charset="0"/>
                <a:ea typeface="+mn-ea"/>
                <a:cs typeface="+mn-cs"/>
              </a:defRPr>
            </a:lvl7pPr>
            <a:lvl8pPr marL="3199836" algn="l" defTabSz="914239" rtl="0" eaLnBrk="1" latinLnBrk="0" hangingPunct="1">
              <a:defRPr sz="1100" kern="1200">
                <a:solidFill>
                  <a:srgbClr val="010024"/>
                </a:solidFill>
                <a:latin typeface="EYInterstate Regular" pitchFamily="2" charset="0"/>
                <a:ea typeface="+mn-ea"/>
                <a:cs typeface="+mn-cs"/>
              </a:defRPr>
            </a:lvl8pPr>
            <a:lvl9pPr marL="3656954" algn="l" defTabSz="914239" rtl="0" eaLnBrk="1" latinLnBrk="0" hangingPunct="1">
              <a:defRPr sz="1100" kern="1200">
                <a:solidFill>
                  <a:srgbClr val="010024"/>
                </a:solidFill>
                <a:latin typeface="EYInterstate Regular" pitchFamily="2" charset="0"/>
                <a:ea typeface="+mn-ea"/>
                <a:cs typeface="+mn-cs"/>
              </a:defRPr>
            </a:lvl9pPr>
          </a:lstStyle>
          <a:p>
            <a:fld id="{FA2CEC46-CB4C-4F70-9872-2730F63A6253}" type="slidenum">
              <a:rPr lang="fr-FR" sz="599" smtClean="0">
                <a:solidFill>
                  <a:srgbClr val="000000">
                    <a:tint val="75000"/>
                  </a:srgbClr>
                </a:solidFill>
                <a:latin typeface="EYInterstate" panose="02000503020000020004" pitchFamily="2" charset="0"/>
                <a:sym typeface="EYInterstate" panose="02000503020000020004" pitchFamily="2" charset="0"/>
              </a:rPr>
              <a:pPr/>
              <a:t>‹#›</a:t>
            </a:fld>
            <a:endParaRPr lang="fr-FR" sz="599">
              <a:solidFill>
                <a:srgbClr val="000000">
                  <a:tint val="75000"/>
                </a:srgbClr>
              </a:solidFill>
              <a:latin typeface="EYInterstate" panose="02000503020000020004" pitchFamily="2" charset="0"/>
              <a:sym typeface="EYInterstate" panose="02000503020000020004" pitchFamily="2" charset="0"/>
            </a:endParaRPr>
          </a:p>
        </p:txBody>
      </p:sp>
    </p:spTree>
    <p:extLst>
      <p:ext uri="{BB962C8B-B14F-4D97-AF65-F5344CB8AC3E}">
        <p14:creationId xmlns:p14="http://schemas.microsoft.com/office/powerpoint/2010/main" val="1312579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slideLayout" Target="../slideLayouts/slideLayout34.xml"/><Relationship Id="rId15" Type="http://schemas.openxmlformats.org/officeDocument/2006/relationships/slideLayout" Target="../slideLayouts/slideLayout35.xml"/><Relationship Id="rId16" Type="http://schemas.openxmlformats.org/officeDocument/2006/relationships/slideLayout" Target="../slideLayouts/slideLayout36.xml"/><Relationship Id="rId17" Type="http://schemas.openxmlformats.org/officeDocument/2006/relationships/slideLayout" Target="../slideLayouts/slideLayout37.xml"/><Relationship Id="rId18" Type="http://schemas.openxmlformats.org/officeDocument/2006/relationships/slideLayout" Target="../slideLayouts/slideLayout38.xml"/><Relationship Id="rId19" Type="http://schemas.openxmlformats.org/officeDocument/2006/relationships/slideLayout" Target="../slideLayouts/slideLayout39.xml"/><Relationship Id="rId20" Type="http://schemas.openxmlformats.org/officeDocument/2006/relationships/slideLayout" Target="../slideLayouts/slideLayout40.xml"/><Relationship Id="rId21" Type="http://schemas.openxmlformats.org/officeDocument/2006/relationships/slideLayout" Target="../slideLayouts/slideLayout41.xml"/><Relationship Id="rId22" Type="http://schemas.openxmlformats.org/officeDocument/2006/relationships/slideLayout" Target="../slideLayouts/slideLayout42.xml"/><Relationship Id="rId23" Type="http://schemas.openxmlformats.org/officeDocument/2006/relationships/slideLayout" Target="../slideLayouts/slideLayout43.xml"/><Relationship Id="rId24" Type="http://schemas.openxmlformats.org/officeDocument/2006/relationships/theme" Target="../theme/theme2.xml"/><Relationship Id="rId25" Type="http://schemas.openxmlformats.org/officeDocument/2006/relationships/image" Target="../media/image7.w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slideLayout" Target="../slideLayouts/slideLayout57.xml"/><Relationship Id="rId15" Type="http://schemas.openxmlformats.org/officeDocument/2006/relationships/slideLayout" Target="../slideLayouts/slideLayout58.xml"/><Relationship Id="rId16" Type="http://schemas.openxmlformats.org/officeDocument/2006/relationships/slideLayout" Target="../slideLayouts/slideLayout59.xml"/><Relationship Id="rId17" Type="http://schemas.openxmlformats.org/officeDocument/2006/relationships/slideLayout" Target="../slideLayouts/slideLayout60.xml"/><Relationship Id="rId18" Type="http://schemas.openxmlformats.org/officeDocument/2006/relationships/slideLayout" Target="../slideLayouts/slideLayout61.xml"/><Relationship Id="rId19" Type="http://schemas.openxmlformats.org/officeDocument/2006/relationships/slideLayout" Target="../slideLayouts/slideLayout62.xml"/><Relationship Id="rId20" Type="http://schemas.openxmlformats.org/officeDocument/2006/relationships/slideLayout" Target="../slideLayouts/slideLayout63.xml"/><Relationship Id="rId21" Type="http://schemas.openxmlformats.org/officeDocument/2006/relationships/slideLayout" Target="../slideLayouts/slideLayout64.xml"/><Relationship Id="rId22" Type="http://schemas.openxmlformats.org/officeDocument/2006/relationships/slideLayout" Target="../slideLayouts/slideLayout65.xml"/><Relationship Id="rId23" Type="http://schemas.openxmlformats.org/officeDocument/2006/relationships/theme" Target="../theme/theme3.xml"/><Relationship Id="rId24" Type="http://schemas.openxmlformats.org/officeDocument/2006/relationships/image" Target="../media/image11.w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slideLayout" Target="../slideLayouts/slideLayout77.xml"/><Relationship Id="rId13" Type="http://schemas.openxmlformats.org/officeDocument/2006/relationships/slideLayout" Target="../slideLayouts/slideLayout78.xml"/><Relationship Id="rId14" Type="http://schemas.openxmlformats.org/officeDocument/2006/relationships/slideLayout" Target="../slideLayouts/slideLayout79.xml"/><Relationship Id="rId15" Type="http://schemas.openxmlformats.org/officeDocument/2006/relationships/slideLayout" Target="../slideLayouts/slideLayout80.xml"/><Relationship Id="rId16" Type="http://schemas.openxmlformats.org/officeDocument/2006/relationships/slideLayout" Target="../slideLayouts/slideLayout81.xml"/><Relationship Id="rId17" Type="http://schemas.openxmlformats.org/officeDocument/2006/relationships/slideLayout" Target="../slideLayouts/slideLayout82.xml"/><Relationship Id="rId18" Type="http://schemas.openxmlformats.org/officeDocument/2006/relationships/slideLayout" Target="../slideLayouts/slideLayout83.xml"/><Relationship Id="rId19" Type="http://schemas.openxmlformats.org/officeDocument/2006/relationships/theme" Target="../theme/theme4.xml"/><Relationship Id="rId20" Type="http://schemas.openxmlformats.org/officeDocument/2006/relationships/image" Target="../media/image18.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theme" Target="../theme/theme5.xml"/><Relationship Id="rId12" Type="http://schemas.openxmlformats.org/officeDocument/2006/relationships/tags" Target="../tags/tag2.xml"/><Relationship Id="rId13" Type="http://schemas.openxmlformats.org/officeDocument/2006/relationships/oleObject" Target="../embeddings/oleObject1.bin"/><Relationship Id="rId14" Type="http://schemas.openxmlformats.org/officeDocument/2006/relationships/image" Target="../media/image20.e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slideLayout" Target="../slideLayouts/slideLayout95.xml"/><Relationship Id="rId3" Type="http://schemas.openxmlformats.org/officeDocument/2006/relationships/slideLayout" Target="../slideLayouts/slideLayout96.xml"/><Relationship Id="rId4" Type="http://schemas.openxmlformats.org/officeDocument/2006/relationships/slideLayout" Target="../slideLayouts/slideLayout97.xml"/><Relationship Id="rId5" Type="http://schemas.openxmlformats.org/officeDocument/2006/relationships/slideLayout" Target="../slideLayouts/slideLayout98.xml"/><Relationship Id="rId6" Type="http://schemas.openxmlformats.org/officeDocument/2006/relationships/slideLayout" Target="../slideLayouts/slideLayout99.xml"/><Relationship Id="rId7" Type="http://schemas.openxmlformats.org/officeDocument/2006/relationships/slideLayout" Target="../slideLayouts/slideLayout100.xml"/><Relationship Id="rId8" Type="http://schemas.openxmlformats.org/officeDocument/2006/relationships/slideLayout" Target="../slideLayouts/slideLayout101.xml"/><Relationship Id="rId9" Type="http://schemas.openxmlformats.org/officeDocument/2006/relationships/slideLayout" Target="../slideLayouts/slideLayout102.xml"/><Relationship Id="rId10" Type="http://schemas.openxmlformats.org/officeDocument/2006/relationships/slideLayout" Target="../slideLayouts/slideLayout103.xml"/><Relationship Id="rId11" Type="http://schemas.openxmlformats.org/officeDocument/2006/relationships/slideLayout" Target="../slideLayouts/slideLayout104.xml"/><Relationship Id="rId12" Type="http://schemas.openxmlformats.org/officeDocument/2006/relationships/slideLayout" Target="../slideLayouts/slideLayout105.xml"/><Relationship Id="rId13" Type="http://schemas.openxmlformats.org/officeDocument/2006/relationships/slideLayout" Target="../slideLayouts/slideLayout106.xml"/><Relationship Id="rId14" Type="http://schemas.openxmlformats.org/officeDocument/2006/relationships/theme" Target="../theme/theme6.xml"/><Relationship Id="rId15" Type="http://schemas.openxmlformats.org/officeDocument/2006/relationships/tags" Target="../tags/tag6.xml"/><Relationship Id="rId16" Type="http://schemas.openxmlformats.org/officeDocument/2006/relationships/oleObject" Target="../embeddings/oleObject3.bin"/><Relationship Id="rId17" Type="http://schemas.openxmlformats.org/officeDocument/2006/relationships/image" Target="../media/image30.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fr-FR"/>
              <a:t>Modifiez le style du titre</a:t>
            </a:r>
            <a:endParaRPr lang="en-GB"/>
          </a:p>
        </p:txBody>
      </p:sp>
      <p:sp>
        <p:nvSpPr>
          <p:cNvPr id="3" name="Text Placeholder 2"/>
          <p:cNvSpPr>
            <a:spLocks noGrp="1"/>
          </p:cNvSpPr>
          <p:nvPr>
            <p:ph type="body" idx="1"/>
          </p:nvPr>
        </p:nvSpPr>
        <p:spPr>
          <a:xfrm>
            <a:off x="609918" y="1425600"/>
            <a:ext cx="10978515" cy="4700016"/>
          </a:xfrm>
          <a:prstGeom prst="rect">
            <a:avLst/>
          </a:prstGeom>
        </p:spPr>
        <p:txBody>
          <a:bodyPr vert="horz" lIns="0" tIns="0" rIns="0" bIns="0" rtlCol="0" anchor="t" anchorCtr="0">
            <a:no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2">
                    <a:lumMod val="50000"/>
                  </a:schemeClr>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5600" cy="201168"/>
          </a:xfrm>
          <a:prstGeom prst="rect">
            <a:avLst/>
          </a:prstGeom>
          <a:noFill/>
        </p:spPr>
        <p:txBody>
          <a:bodyPr wrap="square" lIns="0" tIns="0" rIns="0" bIns="0" rtlCol="0" anchor="t" anchorCtr="0">
            <a:noAutofit/>
          </a:bodyPr>
          <a:lstStyle/>
          <a:p>
            <a:r>
              <a:rPr lang="en-GB" sz="1100">
                <a:solidFill>
                  <a:schemeClr val="bg2">
                    <a:lumMod val="50000"/>
                  </a:schemeClr>
                </a:solidFill>
                <a:latin typeface="EYInterstate Light" panose="02000506000000020004" pitchFamily="2" charset="0"/>
              </a:rPr>
              <a:t>Page </a:t>
            </a:r>
            <a:fld id="{9AE4D82F-B047-469B-AC52-A46321747EAF}" type="slidenum">
              <a:rPr lang="en-GB" sz="1100" smtClean="0">
                <a:solidFill>
                  <a:schemeClr val="bg2">
                    <a:lumMod val="50000"/>
                  </a:schemeClr>
                </a:solidFill>
                <a:latin typeface="EYInterstate Light" panose="02000506000000020004" pitchFamily="2" charset="0"/>
              </a:rPr>
              <a:pPr/>
              <a:t>‹#›</a:t>
            </a:fld>
            <a:endParaRPr lang="en-GB" sz="1100">
              <a:solidFill>
                <a:schemeClr val="bg2">
                  <a:lumMod val="50000"/>
                </a:schemeClr>
              </a:solidFill>
              <a:latin typeface="EYInterstate Light" panose="02000506000000020004" pitchFamily="2" charset="0"/>
            </a:endParaRPr>
          </a:p>
        </p:txBody>
      </p:sp>
      <p:sp>
        <p:nvSpPr>
          <p:cNvPr id="4"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2">
                    <a:lumMod val="50000"/>
                  </a:schemeClr>
                </a:solidFill>
                <a:latin typeface="EYInterstate Light" panose="02000506000000020004" pitchFamily="2" charset="0"/>
              </a:defRPr>
            </a:lvl1pPr>
          </a:lstStyle>
          <a:p>
            <a:r>
              <a:rPr lang="en-US"/>
              <a:t>1</a:t>
            </a:r>
            <a:r>
              <a:rPr lang="en-US" baseline="30000"/>
              <a:t>er</a:t>
            </a:r>
            <a:r>
              <a:rPr lang="en-US"/>
              <a:t> Janvier 2016</a:t>
            </a:r>
          </a:p>
        </p:txBody>
      </p:sp>
      <p:pic>
        <p:nvPicPr>
          <p:cNvPr id="12" name="Picture 1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1190960" y="6327648"/>
            <a:ext cx="399919" cy="408838"/>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777" r:id="rId2"/>
    <p:sldLayoutId id="2147483668" r:id="rId3"/>
    <p:sldLayoutId id="2147483730" r:id="rId4"/>
    <p:sldLayoutId id="2147483731" r:id="rId5"/>
    <p:sldLayoutId id="2147483669" r:id="rId6"/>
    <p:sldLayoutId id="2147483773" r:id="rId7"/>
    <p:sldLayoutId id="2147483670" r:id="rId8"/>
    <p:sldLayoutId id="2147483671" r:id="rId9"/>
    <p:sldLayoutId id="2147483672" r:id="rId10"/>
    <p:sldLayoutId id="2147483673" r:id="rId11"/>
    <p:sldLayoutId id="2147483674" r:id="rId12"/>
    <p:sldLayoutId id="2147483726" r:id="rId13"/>
    <p:sldLayoutId id="2147483786" r:id="rId14"/>
    <p:sldLayoutId id="2147483791" r:id="rId15"/>
    <p:sldLayoutId id="2147483677" r:id="rId16"/>
    <p:sldLayoutId id="2147483678" r:id="rId17"/>
    <p:sldLayoutId id="2147483679" r:id="rId18"/>
    <p:sldLayoutId id="2147483784" r:id="rId19"/>
    <p:sldLayoutId id="2147483799" r:id="rId20"/>
  </p:sldLayoutIdLst>
  <p:hf sldNum="0" hdr="0"/>
  <p:txStyles>
    <p:titleStyle>
      <a:lvl1pPr algn="l" defTabSz="914400" rtl="0" eaLnBrk="1" latinLnBrk="0" hangingPunct="1">
        <a:lnSpc>
          <a:spcPct val="100000"/>
        </a:lnSpc>
        <a:spcBef>
          <a:spcPct val="0"/>
        </a:spcBef>
        <a:buNone/>
        <a:defRPr sz="2800" b="1" kern="1200">
          <a:solidFill>
            <a:schemeClr val="bg2">
              <a:lumMod val="50000"/>
            </a:schemeClr>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2">
              <a:lumMod val="50000"/>
            </a:schemeClr>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2">
              <a:lumMod val="50000"/>
            </a:schemeClr>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2">
              <a:lumMod val="50000"/>
            </a:schemeClr>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2">
                    <a:lumMod val="50000"/>
                  </a:schemeClr>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a:solidFill>
                  <a:schemeClr val="bg2">
                    <a:lumMod val="50000"/>
                  </a:schemeClr>
                </a:solidFill>
                <a:latin typeface="EYInterstate Light" panose="02000506000000020004" pitchFamily="2" charset="0"/>
              </a:rPr>
              <a:t>Page </a:t>
            </a:r>
            <a:fld id="{9AE4D82F-B047-469B-AC52-A46321747EAF}" type="slidenum">
              <a:rPr lang="en-GB" sz="1100" smtClean="0">
                <a:solidFill>
                  <a:schemeClr val="bg2">
                    <a:lumMod val="50000"/>
                  </a:schemeClr>
                </a:solidFill>
                <a:latin typeface="EYInterstate Light" panose="02000506000000020004" pitchFamily="2" charset="0"/>
              </a:rPr>
              <a:pPr/>
              <a:t>‹#›</a:t>
            </a:fld>
            <a:endParaRPr lang="en-GB" sz="1100">
              <a:solidFill>
                <a:schemeClr val="bg2">
                  <a:lumMod val="50000"/>
                </a:schemeClr>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2">
                    <a:lumMod val="50000"/>
                  </a:schemeClr>
                </a:solidFill>
                <a:latin typeface="EYInterstate Light" panose="02000506000000020004" pitchFamily="2" charset="0"/>
              </a:defRPr>
            </a:lvl1pPr>
          </a:lstStyle>
          <a:p>
            <a:r>
              <a:rPr lang="en-US"/>
              <a:t>1 January 2014</a:t>
            </a:r>
          </a:p>
        </p:txBody>
      </p:sp>
      <p:pic>
        <p:nvPicPr>
          <p:cNvPr id="10" name="Picture 9"/>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extLst>
      <p:ext uri="{BB962C8B-B14F-4D97-AF65-F5344CB8AC3E}">
        <p14:creationId xmlns:p14="http://schemas.microsoft.com/office/powerpoint/2010/main" val="2074791551"/>
      </p:ext>
    </p:extLst>
  </p:cSld>
  <p:clrMap bg1="lt1" tx1="dk1" bg2="lt2" tx2="dk2" accent1="accent1" accent2="accent2" accent3="accent3" accent4="accent4" accent5="accent5" accent6="accent6" hlink="hlink" folHlink="folHlink"/>
  <p:sldLayoutIdLst>
    <p:sldLayoutId id="2147483709" r:id="rId1"/>
    <p:sldLayoutId id="2147483763" r:id="rId2"/>
    <p:sldLayoutId id="2147483764" r:id="rId3"/>
    <p:sldLayoutId id="2147483778" r:id="rId4"/>
    <p:sldLayoutId id="2147483710" r:id="rId5"/>
    <p:sldLayoutId id="2147483732" r:id="rId6"/>
    <p:sldLayoutId id="2147483733" r:id="rId7"/>
    <p:sldLayoutId id="2147483711" r:id="rId8"/>
    <p:sldLayoutId id="2147483774" r:id="rId9"/>
    <p:sldLayoutId id="2147483712" r:id="rId10"/>
    <p:sldLayoutId id="2147483713" r:id="rId11"/>
    <p:sldLayoutId id="2147483714" r:id="rId12"/>
    <p:sldLayoutId id="2147483715" r:id="rId13"/>
    <p:sldLayoutId id="2147483716" r:id="rId14"/>
    <p:sldLayoutId id="2147483727" r:id="rId15"/>
    <p:sldLayoutId id="2147483792" r:id="rId16"/>
    <p:sldLayoutId id="2147483793" r:id="rId17"/>
    <p:sldLayoutId id="2147483719" r:id="rId18"/>
    <p:sldLayoutId id="2147483720" r:id="rId19"/>
    <p:sldLayoutId id="2147483721" r:id="rId20"/>
    <p:sldLayoutId id="2147483783" r:id="rId21"/>
    <p:sldLayoutId id="2147483795" r:id="rId22"/>
    <p:sldLayoutId id="2147483798" r:id="rId23"/>
  </p:sldLayoutIdLst>
  <p:hf sldNum="0" hdr="0"/>
  <p:txStyles>
    <p:titleStyle>
      <a:lvl1pPr algn="l" defTabSz="914400" rtl="0" eaLnBrk="1" latinLnBrk="0" hangingPunct="1">
        <a:lnSpc>
          <a:spcPct val="100000"/>
        </a:lnSpc>
        <a:spcBef>
          <a:spcPct val="0"/>
        </a:spcBef>
        <a:buNone/>
        <a:defRPr sz="2800" b="1" kern="1200">
          <a:solidFill>
            <a:schemeClr val="bg2">
              <a:lumMod val="50000"/>
            </a:schemeClr>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2">
              <a:lumMod val="50000"/>
            </a:schemeClr>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2">
              <a:lumMod val="50000"/>
            </a:schemeClr>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2">
              <a:lumMod val="50000"/>
            </a:schemeClr>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2">
              <a:lumMod val="50000"/>
            </a:schemeClr>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0002"/>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599"/>
            <a:ext cx="10978515" cy="470001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lnSpc>
                <a:spcPct val="100000"/>
              </a:lnSpc>
              <a:defRPr sz="1100">
                <a:solidFill>
                  <a:schemeClr val="bg1"/>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pPr>
              <a:lnSpc>
                <a:spcPct val="100000"/>
              </a:lnSpc>
            </a:pPr>
            <a:r>
              <a:rPr lang="en-GB" sz="1100">
                <a:solidFill>
                  <a:schemeClr val="bg1"/>
                </a:solidFill>
                <a:latin typeface="EYInterstate Light" panose="02000506000000020004" pitchFamily="2" charset="0"/>
              </a:rPr>
              <a:t>Page </a:t>
            </a:r>
            <a:fld id="{9AE4D82F-B047-469B-AC52-A46321747EAF}" type="slidenum">
              <a:rPr lang="en-GB" sz="1100" smtClean="0">
                <a:solidFill>
                  <a:schemeClr val="bg1"/>
                </a:solidFill>
                <a:latin typeface="EYInterstate Light" panose="02000506000000020004" pitchFamily="2" charset="0"/>
              </a:rPr>
              <a:pPr>
                <a:lnSpc>
                  <a:spcPct val="100000"/>
                </a:lnSpc>
              </a:pPr>
              <a:t>‹#›</a:t>
            </a:fld>
            <a:endParaRPr lang="en-GB" sz="1100">
              <a:solidFill>
                <a:schemeClr val="bg1"/>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lnSpc>
                <a:spcPct val="100000"/>
              </a:lnSpc>
              <a:defRPr sz="1100">
                <a:solidFill>
                  <a:schemeClr val="bg1"/>
                </a:solidFill>
                <a:latin typeface="EYInterstate Light" panose="02000506000000020004" pitchFamily="2" charset="0"/>
              </a:defRPr>
            </a:lvl1pPr>
          </a:lstStyle>
          <a:p>
            <a:r>
              <a:rPr lang="en-US"/>
              <a:t>1 January 2014</a:t>
            </a:r>
          </a:p>
        </p:txBody>
      </p:sp>
      <p:pic>
        <p:nvPicPr>
          <p:cNvPr id="13" name="Picture 1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758" r:id="rId2"/>
    <p:sldLayoutId id="2147483759" r:id="rId3"/>
    <p:sldLayoutId id="2147483761" r:id="rId4"/>
    <p:sldLayoutId id="2147483779" r:id="rId5"/>
    <p:sldLayoutId id="2147483682" r:id="rId6"/>
    <p:sldLayoutId id="2147483734" r:id="rId7"/>
    <p:sldLayoutId id="2147483735" r:id="rId8"/>
    <p:sldLayoutId id="2147483683" r:id="rId9"/>
    <p:sldLayoutId id="2147483775" r:id="rId10"/>
    <p:sldLayoutId id="2147483684" r:id="rId11"/>
    <p:sldLayoutId id="2147483685" r:id="rId12"/>
    <p:sldLayoutId id="2147483686" r:id="rId13"/>
    <p:sldLayoutId id="2147483687" r:id="rId14"/>
    <p:sldLayoutId id="2147483688" r:id="rId15"/>
    <p:sldLayoutId id="2147483728" r:id="rId16"/>
    <p:sldLayoutId id="2147483789" r:id="rId17"/>
    <p:sldLayoutId id="2147483790" r:id="rId18"/>
    <p:sldLayoutId id="2147483691" r:id="rId19"/>
    <p:sldLayoutId id="2147483692" r:id="rId20"/>
    <p:sldLayoutId id="2147483693" r:id="rId21"/>
    <p:sldLayoutId id="2147483782" r:id="rId22"/>
  </p:sldLayoutIdLst>
  <p:hf sldNum="0" hdr="0"/>
  <p:txStyles>
    <p:titleStyle>
      <a:lvl1pPr algn="l" defTabSz="914400" rtl="0" eaLnBrk="1" latinLnBrk="0" hangingPunct="1">
        <a:lnSpc>
          <a:spcPct val="100000"/>
        </a:lnSpc>
        <a:spcBef>
          <a:spcPct val="0"/>
        </a:spcBef>
        <a:buNone/>
        <a:defRPr sz="2800" b="1"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lnSpc>
          <a:spcPct val="100000"/>
        </a:lnSpc>
        <a:spcBef>
          <a:spcPct val="20000"/>
        </a:spcBef>
        <a:buClr>
          <a:schemeClr val="accent2"/>
        </a:buClr>
        <a:buSzPct val="70000"/>
        <a:buFont typeface="Arial" pitchFamily="34" charset="0"/>
        <a:buChar char="►"/>
        <a:defRPr sz="24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lnSpc>
          <a:spcPct val="100000"/>
        </a:lnSpc>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lnSpc>
          <a:spcPct val="100000"/>
        </a:lnSpc>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lnSpc>
          <a:spcPct val="100000"/>
        </a:lnSpc>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lnSpc>
          <a:spcPct val="100000"/>
        </a:lnSpc>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104615"/>
            <a:ext cx="10978515" cy="860400"/>
          </a:xfrm>
          <a:prstGeom prst="rect">
            <a:avLst/>
          </a:prstGeom>
        </p:spPr>
        <p:txBody>
          <a:bodyPr vert="horz" lIns="0" tIns="0" rIns="0" bIns="0" rtlCol="0" anchor="ctr"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EYInterstate Light" panose="02000506000000020004" pitchFamily="2" charset="0"/>
              </a:defRPr>
            </a:lvl1pPr>
          </a:lstStyle>
          <a:p>
            <a:r>
              <a:rPr lang="en-GB"/>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a:solidFill>
                  <a:schemeClr val="bg1"/>
                </a:solidFill>
                <a:latin typeface="EYInterstate Light" panose="02000506000000020004" pitchFamily="2" charset="0"/>
              </a:rPr>
              <a:t>Page </a:t>
            </a:r>
            <a:fld id="{9AE4D82F-B047-469B-AC52-A46321747EAF}" type="slidenum">
              <a:rPr lang="en-GB" sz="1100" smtClean="0">
                <a:solidFill>
                  <a:schemeClr val="bg1"/>
                </a:solidFill>
                <a:latin typeface="EYInterstate Light" panose="02000506000000020004" pitchFamily="2" charset="0"/>
              </a:rPr>
              <a:pPr/>
              <a:t>‹#›</a:t>
            </a:fld>
            <a:endParaRPr lang="en-GB" sz="1100">
              <a:solidFill>
                <a:schemeClr val="bg1"/>
              </a:solidFill>
              <a:latin typeface="EYInterstate Light" panose="02000506000000020004" pitchFamily="2" charset="0"/>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EYInterstate Light" panose="02000506000000020004" pitchFamily="2" charset="0"/>
              </a:defRPr>
            </a:lvl1pPr>
          </a:lstStyle>
          <a:p>
            <a:r>
              <a:rPr lang="en-US"/>
              <a:t>1 January 2014</a:t>
            </a:r>
          </a:p>
        </p:txBody>
      </p:sp>
      <p:pic>
        <p:nvPicPr>
          <p:cNvPr id="13" name="Picture 1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736" r:id="rId3"/>
    <p:sldLayoutId id="2147483737" r:id="rId4"/>
    <p:sldLayoutId id="2147483697" r:id="rId5"/>
    <p:sldLayoutId id="2147483776" r:id="rId6"/>
    <p:sldLayoutId id="2147483698" r:id="rId7"/>
    <p:sldLayoutId id="2147483699" r:id="rId8"/>
    <p:sldLayoutId id="2147483700" r:id="rId9"/>
    <p:sldLayoutId id="2147483701" r:id="rId10"/>
    <p:sldLayoutId id="2147483702" r:id="rId11"/>
    <p:sldLayoutId id="2147483729" r:id="rId12"/>
    <p:sldLayoutId id="2147483788" r:id="rId13"/>
    <p:sldLayoutId id="2147483787" r:id="rId14"/>
    <p:sldLayoutId id="2147483705" r:id="rId15"/>
    <p:sldLayoutId id="2147483706" r:id="rId16"/>
    <p:sldLayoutId id="2147483707" r:id="rId17"/>
    <p:sldLayoutId id="2147483781" r:id="rId18"/>
  </p:sldLayoutIdLst>
  <p:hf sldNum="0" hdr="0"/>
  <p:txStyles>
    <p:titleStyle>
      <a:lvl1pPr algn="l" defTabSz="914400" rtl="0" eaLnBrk="1" latinLnBrk="0" hangingPunct="1">
        <a:lnSpc>
          <a:spcPct val="100000"/>
        </a:lnSpc>
        <a:spcBef>
          <a:spcPct val="0"/>
        </a:spcBef>
        <a:buNone/>
        <a:defRPr sz="2800" b="1" kern="1200">
          <a:solidFill>
            <a:schemeClr val="bg1"/>
          </a:solidFill>
          <a:latin typeface="EYInterstate Light" panose="02000506000000020004" pitchFamily="2" charset="0"/>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2"/>
            </p:custDataLst>
            <p:extLst>
              <p:ext uri="{D42A27DB-BD31-4B8C-83A1-F6EECF244321}">
                <p14:modId xmlns:p14="http://schemas.microsoft.com/office/powerpoint/2010/main" val="2089717335"/>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9" name="Object 8" hidden="1"/>
                      <p:cNvPicPr/>
                      <p:nvPr/>
                    </p:nvPicPr>
                    <p:blipFill>
                      <a:blip r:embed="rId14"/>
                      <a:stretch>
                        <a:fillRect/>
                      </a:stretch>
                    </p:blipFill>
                    <p:spPr>
                      <a:xfrm>
                        <a:off x="2119" y="1589"/>
                        <a:ext cx="2117" cy="1587"/>
                      </a:xfrm>
                      <a:prstGeom prst="rect">
                        <a:avLst/>
                      </a:prstGeom>
                    </p:spPr>
                  </p:pic>
                </p:oleObj>
              </mc:Fallback>
            </mc:AlternateContent>
          </a:graphicData>
        </a:graphic>
      </p:graphicFrame>
      <p:sp>
        <p:nvSpPr>
          <p:cNvPr id="2" name="Title Placeholder 1"/>
          <p:cNvSpPr>
            <a:spLocks noGrp="1"/>
          </p:cNvSpPr>
          <p:nvPr>
            <p:ph type="title"/>
          </p:nvPr>
        </p:nvSpPr>
        <p:spPr>
          <a:xfrm>
            <a:off x="667547" y="201340"/>
            <a:ext cx="10579908" cy="936000"/>
          </a:xfrm>
          <a:prstGeom prst="rect">
            <a:avLst/>
          </a:prstGeom>
        </p:spPr>
        <p:txBody>
          <a:bodyPr vert="horz" lIns="0" tIns="46800" rIns="0" bIns="46800" rtlCol="0" anchor="b" anchorCtr="0">
            <a:noAutofit/>
          </a:bodyPr>
          <a:lstStyle/>
          <a:p>
            <a:r>
              <a:rPr lang="en-US"/>
              <a:t>Click edit Master title style</a:t>
            </a:r>
            <a:endParaRPr lang="en-AU"/>
          </a:p>
        </p:txBody>
      </p:sp>
      <p:sp>
        <p:nvSpPr>
          <p:cNvPr id="3" name="Text Placeholder 2"/>
          <p:cNvSpPr>
            <a:spLocks noGrp="1"/>
          </p:cNvSpPr>
          <p:nvPr>
            <p:ph type="body" idx="1"/>
          </p:nvPr>
        </p:nvSpPr>
        <p:spPr>
          <a:xfrm>
            <a:off x="691560" y="1485900"/>
            <a:ext cx="10978515" cy="41742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Box 7"/>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1" name="TextBox 10"/>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4" name="TextBox 13"/>
          <p:cNvSpPr txBox="1"/>
          <p:nvPr/>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7" name="TextBox 16"/>
          <p:cNvSpPr txBox="1"/>
          <p:nvPr userDrawn="1"/>
        </p:nvSpPr>
        <p:spPr>
          <a:xfrm>
            <a:off x="916723" y="6484629"/>
            <a:ext cx="46488" cy="123111"/>
          </a:xfrm>
          <a:prstGeom prst="rect">
            <a:avLst/>
          </a:prstGeom>
          <a:noFill/>
        </p:spPr>
        <p:txBody>
          <a:bodyPr wrap="none" lIns="0" tIns="0" rIns="0" bIns="0" rtlCol="0" anchor="ctr">
            <a:spAutoFit/>
          </a:bodyPr>
          <a:lstStyle/>
          <a:p>
            <a:r>
              <a:rPr lang="en-AU" sz="800" b="1">
                <a:solidFill>
                  <a:srgbClr val="C0504D"/>
                </a:solidFill>
                <a:latin typeface="Calibri" panose="020F0502020204030204" pitchFamily="34" charset="0"/>
                <a:cs typeface="Arial" pitchFamily="34" charset="0"/>
                <a:sym typeface="Symbol"/>
              </a:rPr>
              <a:t></a:t>
            </a:r>
            <a:endParaRPr lang="en-AU" sz="800" b="1">
              <a:solidFill>
                <a:srgbClr val="C0504D"/>
              </a:solidFill>
              <a:latin typeface="Calibri" panose="020F0502020204030204" pitchFamily="34" charset="0"/>
              <a:cs typeface="Arial" pitchFamily="34" charset="0"/>
            </a:endParaRPr>
          </a:p>
        </p:txBody>
      </p:sp>
      <p:sp>
        <p:nvSpPr>
          <p:cNvPr id="19" name="Slide Number Placeholder 5"/>
          <p:cNvSpPr>
            <a:spLocks noGrp="1"/>
          </p:cNvSpPr>
          <p:nvPr>
            <p:ph type="sldNum" sz="quarter" idx="4"/>
          </p:nvPr>
        </p:nvSpPr>
        <p:spPr>
          <a:xfrm>
            <a:off x="672350" y="6472800"/>
            <a:ext cx="273743" cy="147600"/>
          </a:xfrm>
          <a:prstGeom prst="rect">
            <a:avLst/>
          </a:prstGeom>
        </p:spPr>
        <p:txBody>
          <a:bodyPr vert="horz" lIns="0" tIns="0" rIns="0" bIns="0" rtlCol="0" anchor="b" anchorCtr="0"/>
          <a:lstStyle>
            <a:lvl1pPr algn="l">
              <a:defRPr sz="800" b="1">
                <a:solidFill>
                  <a:schemeClr val="accent1"/>
                </a:solidFill>
                <a:latin typeface="Calibri" panose="020F0502020204030204" pitchFamily="34" charset="0"/>
              </a:defRPr>
            </a:lvl1pPr>
          </a:lstStyle>
          <a:p>
            <a:fld id="{95E3E08B-9A17-41DC-92FA-6B316E180ADA}" type="slidenum">
              <a:rPr lang="en-AU" smtClean="0">
                <a:solidFill>
                  <a:srgbClr val="4F81BD"/>
                </a:solidFill>
              </a:rPr>
              <a:pPr/>
              <a:t>‹#›</a:t>
            </a:fld>
            <a:endParaRPr lang="en-AU">
              <a:solidFill>
                <a:srgbClr val="4F81BD"/>
              </a:solidFill>
            </a:endParaRPr>
          </a:p>
        </p:txBody>
      </p:sp>
      <p:sp>
        <p:nvSpPr>
          <p:cNvPr id="4" name="TextBox 3"/>
          <p:cNvSpPr txBox="1"/>
          <p:nvPr userDrawn="1"/>
        </p:nvSpPr>
        <p:spPr>
          <a:xfrm>
            <a:off x="10229784" y="6512388"/>
            <a:ext cx="1536971" cy="216024"/>
          </a:xfrm>
          <a:prstGeom prst="rect">
            <a:avLst/>
          </a:prstGeom>
          <a:noFill/>
        </p:spPr>
        <p:txBody>
          <a:bodyPr wrap="none" rtlCol="0">
            <a:noAutofit/>
          </a:bodyPr>
          <a:lstStyle/>
          <a:p>
            <a:pPr>
              <a:lnSpc>
                <a:spcPct val="90000"/>
              </a:lnSpc>
              <a:spcAft>
                <a:spcPts val="600"/>
              </a:spcAft>
              <a:buClr>
                <a:srgbClr val="4F81BD"/>
              </a:buClr>
              <a:buFont typeface="Arial" panose="020B0604020202020204" pitchFamily="34" charset="0"/>
              <a:buNone/>
            </a:pPr>
            <a:r>
              <a:rPr lang="en-US" sz="1000">
                <a:solidFill>
                  <a:prstClr val="black"/>
                </a:solidFill>
              </a:rPr>
              <a:t>LOGO  DELETED</a:t>
            </a:r>
            <a:endParaRPr lang="en-IN" sz="1000" err="1">
              <a:solidFill>
                <a:prstClr val="black"/>
              </a:solidFill>
            </a:endParaRPr>
          </a:p>
        </p:txBody>
      </p:sp>
    </p:spTree>
    <p:extLst>
      <p:ext uri="{BB962C8B-B14F-4D97-AF65-F5344CB8AC3E}">
        <p14:creationId xmlns:p14="http://schemas.microsoft.com/office/powerpoint/2010/main" val="256911002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Lst>
  <p:hf hdr="0" ftr="0" dt="0"/>
  <p:txStyles>
    <p:titleStyle>
      <a:lvl1pPr algn="l" defTabSz="914400" rtl="0" eaLnBrk="1" latinLnBrk="0" hangingPunct="1">
        <a:lnSpc>
          <a:spcPct val="90000"/>
        </a:lnSpc>
        <a:spcBef>
          <a:spcPct val="0"/>
        </a:spcBef>
        <a:buNone/>
        <a:defRPr sz="2400" b="1" kern="1200">
          <a:solidFill>
            <a:srgbClr val="0033CC"/>
          </a:solidFill>
          <a:latin typeface="Calibri" panose="020F0502020204030204" pitchFamily="34" charset="0"/>
          <a:ea typeface="+mj-ea"/>
          <a:cs typeface="+mj-cs"/>
        </a:defRPr>
      </a:lvl1pPr>
    </p:titleStyle>
    <p:bodyStyle>
      <a:lvl1pPr marL="0" indent="0" algn="l" defTabSz="914400" rtl="0" eaLnBrk="1" latinLnBrk="0" hangingPunct="1">
        <a:lnSpc>
          <a:spcPct val="90000"/>
        </a:lnSpc>
        <a:spcBef>
          <a:spcPts val="0"/>
        </a:spcBef>
        <a:spcAft>
          <a:spcPts val="600"/>
        </a:spcAft>
        <a:buFontTx/>
        <a:buNone/>
        <a:defRPr sz="2000" b="1" kern="1200">
          <a:solidFill>
            <a:schemeClr val="tx1"/>
          </a:solidFill>
          <a:latin typeface="Calibri" panose="020F0502020204030204" pitchFamily="34" charset="0"/>
          <a:ea typeface="+mn-ea"/>
          <a:cs typeface="+mn-cs"/>
        </a:defRPr>
      </a:lvl1pPr>
      <a:lvl2pPr marL="0" indent="-21600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2000" kern="1200">
          <a:solidFill>
            <a:schemeClr val="tx1"/>
          </a:solidFill>
          <a:latin typeface="Calibri" panose="020F0502020204030204" pitchFamily="34" charset="0"/>
          <a:ea typeface="+mn-ea"/>
          <a:cs typeface="+mn-cs"/>
        </a:defRPr>
      </a:lvl2pPr>
      <a:lvl3pPr marL="432000" indent="-216000" algn="l" defTabSz="914400" rtl="0" eaLnBrk="1" latinLnBrk="0" hangingPunct="1">
        <a:lnSpc>
          <a:spcPct val="90000"/>
        </a:lnSpc>
        <a:spcBef>
          <a:spcPts val="0"/>
        </a:spcBef>
        <a:spcAft>
          <a:spcPts val="600"/>
        </a:spcAft>
        <a:buClr>
          <a:schemeClr val="accent1"/>
        </a:buClr>
        <a:buFont typeface="Comic Sans MS" panose="030F0702030302020204" pitchFamily="66" charset="0"/>
        <a:buChar char="›"/>
        <a:defRPr sz="1800" kern="1200">
          <a:solidFill>
            <a:schemeClr val="tx1"/>
          </a:solidFill>
          <a:latin typeface="Calibri" panose="020F0502020204030204" pitchFamily="34" charset="0"/>
          <a:ea typeface="+mn-ea"/>
          <a:cs typeface="+mn-cs"/>
        </a:defRPr>
      </a:lvl3pPr>
      <a:lvl4pPr marL="648000" indent="-216000" algn="l" defTabSz="914400" rtl="0" eaLnBrk="1" latinLnBrk="0" hangingPunct="1">
        <a:lnSpc>
          <a:spcPct val="90000"/>
        </a:lnSpc>
        <a:spcBef>
          <a:spcPts val="0"/>
        </a:spcBef>
        <a:spcAft>
          <a:spcPts val="600"/>
        </a:spcAft>
        <a:buClr>
          <a:schemeClr val="accent1"/>
        </a:buClr>
        <a:buFont typeface="Comic Sans MS" panose="030F0702030302020204" pitchFamily="66" charset="0"/>
        <a:buChar char="›"/>
        <a:defRPr sz="1600" kern="1200">
          <a:solidFill>
            <a:schemeClr val="tx1"/>
          </a:solidFill>
          <a:latin typeface="Calibri" panose="020F0502020204030204" pitchFamily="34" charset="0"/>
          <a:ea typeface="+mn-ea"/>
          <a:cs typeface="+mn-cs"/>
        </a:defRPr>
      </a:lvl4pPr>
      <a:lvl5pPr marL="864000" indent="-21600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600" kern="1200">
          <a:solidFill>
            <a:schemeClr val="tx1"/>
          </a:solidFill>
          <a:latin typeface="Calibri" panose="020F05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5"/>
            </p:custDataLst>
            <p:extLst>
              <p:ext uri="{D42A27DB-BD31-4B8C-83A1-F6EECF244321}">
                <p14:modId xmlns:p14="http://schemas.microsoft.com/office/powerpoint/2010/main" val="1154410909"/>
              </p:ext>
            </p:extLst>
          </p:nvPr>
        </p:nvGraphicFramePr>
        <p:xfrm>
          <a:off x="2119" y="1589"/>
          <a:ext cx="211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6" name="Object 5" hidden="1"/>
                      <p:cNvPicPr/>
                      <p:nvPr/>
                    </p:nvPicPr>
                    <p:blipFill>
                      <a:blip r:embed="rId17"/>
                      <a:stretch>
                        <a:fillRect/>
                      </a:stretch>
                    </p:blipFill>
                    <p:spPr>
                      <a:xfrm>
                        <a:off x="2119" y="1589"/>
                        <a:ext cx="2117" cy="1587"/>
                      </a:xfrm>
                      <a:prstGeom prst="rect">
                        <a:avLst/>
                      </a:prstGeom>
                    </p:spPr>
                  </p:pic>
                </p:oleObj>
              </mc:Fallback>
            </mc:AlternateContent>
          </a:graphicData>
        </a:graphic>
      </p:graphicFrame>
      <p:sp>
        <p:nvSpPr>
          <p:cNvPr id="2" name="Title Placeholder 1"/>
          <p:cNvSpPr>
            <a:spLocks noGrp="1"/>
          </p:cNvSpPr>
          <p:nvPr>
            <p:ph type="title"/>
          </p:nvPr>
        </p:nvSpPr>
        <p:spPr>
          <a:xfrm>
            <a:off x="605682" y="201600"/>
            <a:ext cx="10982751" cy="860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918" y="1425600"/>
            <a:ext cx="10978515" cy="46989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6"/>
          <p:cNvSpPr txBox="1"/>
          <p:nvPr/>
        </p:nvSpPr>
        <p:spPr>
          <a:xfrm>
            <a:off x="609917" y="6409944"/>
            <a:ext cx="963670" cy="201168"/>
          </a:xfrm>
          <a:prstGeom prst="rect">
            <a:avLst/>
          </a:prstGeom>
          <a:noFill/>
        </p:spPr>
        <p:txBody>
          <a:bodyPr wrap="square" lIns="0" tIns="0" rIns="0" bIns="0" rtlCol="0" anchor="ctr" anchorCtr="0">
            <a:noAutofit/>
          </a:bodyPr>
          <a:lstStyle/>
          <a:p>
            <a:r>
              <a:rPr lang="en-GB" sz="1100">
                <a:solidFill>
                  <a:srgbClr val="646464"/>
                </a:solidFill>
                <a:latin typeface="EYInterstate"/>
                <a:cs typeface="Arial" pitchFamily="34" charset="0"/>
                <a:sym typeface="EYInterstate"/>
              </a:rPr>
              <a:t>Page </a:t>
            </a:r>
            <a:fld id="{9AE4D82F-B047-469B-AC52-A46321747EAF}" type="slidenum">
              <a:rPr lang="en-GB" sz="1100" smtClean="0">
                <a:solidFill>
                  <a:srgbClr val="646464"/>
                </a:solidFill>
                <a:latin typeface="EYInterstate"/>
                <a:cs typeface="Arial" pitchFamily="34" charset="0"/>
                <a:sym typeface="EYInterstate"/>
              </a:rPr>
              <a:pPr/>
              <a:t>‹#›</a:t>
            </a:fld>
            <a:endParaRPr lang="en-GB" sz="1100">
              <a:solidFill>
                <a:srgbClr val="646464"/>
              </a:solidFill>
              <a:latin typeface="EYInterstate"/>
              <a:cs typeface="Arial" pitchFamily="34" charset="0"/>
              <a:sym typeface="EYInterstate"/>
            </a:endParaRPr>
          </a:p>
        </p:txBody>
      </p:sp>
      <p:grpSp>
        <p:nvGrpSpPr>
          <p:cNvPr id="8" name="Group 7"/>
          <p:cNvGrpSpPr/>
          <p:nvPr/>
        </p:nvGrpSpPr>
        <p:grpSpPr bwMode="gray">
          <a:xfrm>
            <a:off x="11137349" y="6450014"/>
            <a:ext cx="451084"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646464"/>
                </a:solidFill>
                <a:latin typeface="EYInterstate"/>
                <a:cs typeface="Arial" pitchFamily="34" charset="0"/>
                <a:sym typeface="EYInterstate"/>
              </a:endParaRPr>
            </a:p>
          </p:txBody>
        </p:sp>
      </p:grpSp>
      <p:sp>
        <p:nvSpPr>
          <p:cNvPr id="13" name="Text Box 16"/>
          <p:cNvSpPr txBox="1">
            <a:spLocks noChangeArrowheads="1"/>
          </p:cNvSpPr>
          <p:nvPr userDrawn="1"/>
        </p:nvSpPr>
        <p:spPr bwMode="gray">
          <a:xfrm>
            <a:off x="605682" y="6575763"/>
            <a:ext cx="10986986"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995363">
              <a:defRPr sz="2400">
                <a:solidFill>
                  <a:schemeClr val="tx1"/>
                </a:solidFill>
                <a:latin typeface="Times New Roman" pitchFamily="18" charset="0"/>
              </a:defRPr>
            </a:lvl1pPr>
            <a:lvl2pPr marL="498475" algn="l" defTabSz="995363">
              <a:defRPr sz="2400">
                <a:solidFill>
                  <a:schemeClr val="tx1"/>
                </a:solidFill>
                <a:latin typeface="Times New Roman" pitchFamily="18" charset="0"/>
              </a:defRPr>
            </a:lvl2pPr>
            <a:lvl3pPr marL="995363" algn="l" defTabSz="995363">
              <a:defRPr sz="2400">
                <a:solidFill>
                  <a:schemeClr val="tx1"/>
                </a:solidFill>
                <a:latin typeface="Times New Roman" pitchFamily="18" charset="0"/>
              </a:defRPr>
            </a:lvl3pPr>
            <a:lvl4pPr marL="1493838" algn="l" defTabSz="995363">
              <a:defRPr sz="2400">
                <a:solidFill>
                  <a:schemeClr val="tx1"/>
                </a:solidFill>
                <a:latin typeface="Times New Roman" pitchFamily="18" charset="0"/>
              </a:defRPr>
            </a:lvl4pPr>
            <a:lvl5pPr marL="1990725" algn="l" defTabSz="995363">
              <a:defRPr sz="2400">
                <a:solidFill>
                  <a:schemeClr val="tx1"/>
                </a:solidFill>
                <a:latin typeface="Times New Roman" pitchFamily="18" charset="0"/>
              </a:defRPr>
            </a:lvl5pPr>
            <a:lvl6pPr marL="2447925" defTabSz="995363" fontAlgn="base">
              <a:spcBef>
                <a:spcPct val="0"/>
              </a:spcBef>
              <a:spcAft>
                <a:spcPct val="0"/>
              </a:spcAft>
              <a:defRPr sz="2400">
                <a:solidFill>
                  <a:schemeClr val="tx1"/>
                </a:solidFill>
                <a:latin typeface="Times New Roman" pitchFamily="18" charset="0"/>
              </a:defRPr>
            </a:lvl6pPr>
            <a:lvl7pPr marL="2905125" defTabSz="995363" fontAlgn="base">
              <a:spcBef>
                <a:spcPct val="0"/>
              </a:spcBef>
              <a:spcAft>
                <a:spcPct val="0"/>
              </a:spcAft>
              <a:defRPr sz="2400">
                <a:solidFill>
                  <a:schemeClr val="tx1"/>
                </a:solidFill>
                <a:latin typeface="Times New Roman" pitchFamily="18" charset="0"/>
              </a:defRPr>
            </a:lvl7pPr>
            <a:lvl8pPr marL="3362325" defTabSz="995363" fontAlgn="base">
              <a:spcBef>
                <a:spcPct val="0"/>
              </a:spcBef>
              <a:spcAft>
                <a:spcPct val="0"/>
              </a:spcAft>
              <a:defRPr sz="2400">
                <a:solidFill>
                  <a:schemeClr val="tx1"/>
                </a:solidFill>
                <a:latin typeface="Times New Roman" pitchFamily="18" charset="0"/>
              </a:defRPr>
            </a:lvl8pPr>
            <a:lvl9pPr marL="3819525" defTabSz="995363" fontAlgn="base">
              <a:spcBef>
                <a:spcPct val="0"/>
              </a:spcBef>
              <a:spcAft>
                <a:spcPct val="0"/>
              </a:spcAft>
              <a:defRPr sz="2400">
                <a:solidFill>
                  <a:schemeClr val="tx1"/>
                </a:solidFill>
                <a:latin typeface="Times New Roman" pitchFamily="18" charset="0"/>
              </a:defRPr>
            </a:lvl9pPr>
          </a:lstStyle>
          <a:p>
            <a:pPr>
              <a:defRPr/>
            </a:pPr>
            <a:r>
              <a:rPr lang="fr-FR" sz="800">
                <a:solidFill>
                  <a:srgbClr val="646464"/>
                </a:solidFill>
                <a:latin typeface="EYInterstate" panose="02000503020000020004" pitchFamily="2" charset="0"/>
                <a:cs typeface="Times New Roman" pitchFamily="18" charset="0"/>
                <a:sym typeface="EYInterstate" panose="02000503020000020004" pitchFamily="2" charset="0"/>
              </a:rPr>
              <a:t>© 2016 Propriété d’Ernst &amp; Young Advisory – Confidentiel. </a:t>
            </a:r>
            <a:br>
              <a:rPr lang="fr-FR" sz="800">
                <a:solidFill>
                  <a:srgbClr val="646464"/>
                </a:solidFill>
                <a:latin typeface="EYInterstate" panose="02000503020000020004" pitchFamily="2" charset="0"/>
                <a:cs typeface="Times New Roman" pitchFamily="18" charset="0"/>
                <a:sym typeface="EYInterstate" panose="02000503020000020004" pitchFamily="2" charset="0"/>
              </a:rPr>
            </a:br>
            <a:r>
              <a:rPr lang="fr-FR" sz="800">
                <a:solidFill>
                  <a:srgbClr val="646464"/>
                </a:solidFill>
                <a:latin typeface="EYInterstate" panose="02000503020000020004" pitchFamily="2" charset="0"/>
                <a:cs typeface="Times New Roman" pitchFamily="18" charset="0"/>
                <a:sym typeface="EYInterstate" panose="02000503020000020004" pitchFamily="2" charset="0"/>
              </a:rPr>
              <a:t>Cette proposition de services, à votre seul usage interne, est indissociable des éléments de contexte qui ont permis de l’établir.</a:t>
            </a:r>
            <a:r>
              <a:rPr lang="en-US" sz="800">
                <a:solidFill>
                  <a:srgbClr val="646464"/>
                </a:solidFill>
                <a:latin typeface="EYInterstate" panose="02000503020000020004" pitchFamily="2" charset="0"/>
                <a:cs typeface="Times New Roman" pitchFamily="18" charset="0"/>
                <a:sym typeface="EYInterstate" panose="02000503020000020004" pitchFamily="2" charset="0"/>
              </a:rPr>
              <a:t> </a:t>
            </a:r>
          </a:p>
        </p:txBody>
      </p:sp>
    </p:spTree>
    <p:extLst>
      <p:ext uri="{BB962C8B-B14F-4D97-AF65-F5344CB8AC3E}">
        <p14:creationId xmlns:p14="http://schemas.microsoft.com/office/powerpoint/2010/main" val="2549716359"/>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Lst>
  <p:hf sldNum="0" hdr="0" ftr="0" dt="0"/>
  <p:txStyles>
    <p:titleStyle>
      <a:lvl1pPr algn="l" defTabSz="914400" rtl="0" eaLnBrk="1" latinLnBrk="0" hangingPunct="1">
        <a:lnSpc>
          <a:spcPct val="85000"/>
        </a:lnSpc>
        <a:spcBef>
          <a:spcPct val="0"/>
        </a:spcBef>
        <a:buNone/>
        <a:defRPr sz="2400" b="1" kern="1200">
          <a:solidFill>
            <a:schemeClr val="bg1"/>
          </a:solidFill>
          <a:latin typeface="EYInterstate"/>
          <a:ea typeface="+mj-ea"/>
          <a:cs typeface="Arial" pitchFamily="34" charset="0"/>
          <a:sym typeface="EYInterstate"/>
        </a:defRPr>
      </a:lvl1pPr>
    </p:titleStyle>
    <p:bodyStyle>
      <a:lvl1pPr marL="342900" indent="-342900"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1pPr>
      <a:lvl2pPr marL="709613"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2pPr>
      <a:lvl3pPr marL="1077913"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3pPr>
      <a:lvl4pPr marL="1433513" indent="-355600"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4pPr>
      <a:lvl5pPr marL="1787525" indent="-354013" algn="just"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EYInterstate"/>
          <a:ea typeface="+mn-ea"/>
          <a:cs typeface="Arial" pitchFamily="34" charset="0"/>
          <a:sym typeface="EYInterstate"/>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 Id="rId3" Type="http://schemas.openxmlformats.org/officeDocument/2006/relationships/image" Target="../media/image33.jpe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a:spLocks noChangeArrowheads="1"/>
          </p:cNvSpPr>
          <p:nvPr/>
        </p:nvSpPr>
        <p:spPr bwMode="auto">
          <a:xfrm>
            <a:off x="609599" y="193518"/>
            <a:ext cx="10977563" cy="1093449"/>
          </a:xfrm>
          <a:prstGeom prst="rect">
            <a:avLst/>
          </a:prstGeom>
          <a:solidFill>
            <a:srgbClr val="FFE600"/>
          </a:solidFill>
          <a:ln w="12700">
            <a:noFill/>
            <a:miter lim="800000"/>
            <a:headEnd type="none" w="sm" len="sm"/>
            <a:tailEnd type="none" w="sm" len="sm"/>
          </a:ln>
          <a:effectLst/>
        </p:spPr>
        <p:txBody>
          <a:bodyPr wrap="none" anchor="ctr"/>
          <a:lstStyle/>
          <a:p>
            <a:endParaRPr lang="en-US" sz="1539">
              <a:solidFill>
                <a:srgbClr val="000000"/>
              </a:solidFill>
              <a:latin typeface="EYInterstate" panose="02000503020000020004" pitchFamily="2" charset="0"/>
              <a:sym typeface="EYInterstate" panose="02000503020000020004" pitchFamily="2" charset="0"/>
            </a:endParaRPr>
          </a:p>
        </p:txBody>
      </p:sp>
      <p:sp>
        <p:nvSpPr>
          <p:cNvPr id="17" name="Text Box 14"/>
          <p:cNvSpPr txBox="1">
            <a:spLocks noChangeArrowheads="1"/>
          </p:cNvSpPr>
          <p:nvPr/>
        </p:nvSpPr>
        <p:spPr bwMode="auto">
          <a:xfrm>
            <a:off x="3285116" y="925827"/>
            <a:ext cx="2142107" cy="13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0" rIns="0" bIns="0">
            <a:spAutoFit/>
          </a:bodyPr>
          <a:lstStyle>
            <a:lvl1pPr defTabSz="995363" eaLnBrk="0" hangingPunct="0">
              <a:tabLst>
                <a:tab pos="442913" algn="l"/>
              </a:tabLst>
              <a:defRPr sz="2100">
                <a:solidFill>
                  <a:schemeClr val="tx1"/>
                </a:solidFill>
                <a:latin typeface="Arial" charset="0"/>
              </a:defRPr>
            </a:lvl1pPr>
            <a:lvl2pPr marL="742950" indent="-285750" defTabSz="995363" eaLnBrk="0" hangingPunct="0">
              <a:tabLst>
                <a:tab pos="442913" algn="l"/>
              </a:tabLst>
              <a:defRPr sz="2100">
                <a:solidFill>
                  <a:schemeClr val="tx1"/>
                </a:solidFill>
                <a:latin typeface="Arial" charset="0"/>
              </a:defRPr>
            </a:lvl2pPr>
            <a:lvl3pPr marL="1143000" indent="-228600" defTabSz="995363" eaLnBrk="0" hangingPunct="0">
              <a:tabLst>
                <a:tab pos="442913" algn="l"/>
              </a:tabLst>
              <a:defRPr sz="2100">
                <a:solidFill>
                  <a:schemeClr val="tx1"/>
                </a:solidFill>
                <a:latin typeface="Arial" charset="0"/>
              </a:defRPr>
            </a:lvl3pPr>
            <a:lvl4pPr marL="1600200" indent="-228600" defTabSz="995363" eaLnBrk="0" hangingPunct="0">
              <a:tabLst>
                <a:tab pos="442913" algn="l"/>
              </a:tabLst>
              <a:defRPr sz="2100">
                <a:solidFill>
                  <a:schemeClr val="tx1"/>
                </a:solidFill>
                <a:latin typeface="Arial" charset="0"/>
              </a:defRPr>
            </a:lvl4pPr>
            <a:lvl5pPr marL="2057400" indent="-228600" defTabSz="995363" eaLnBrk="0" hangingPunct="0">
              <a:tabLst>
                <a:tab pos="442913" algn="l"/>
              </a:tabLst>
              <a:defRPr sz="2100">
                <a:solidFill>
                  <a:schemeClr val="tx1"/>
                </a:solidFill>
                <a:latin typeface="Arial" charset="0"/>
              </a:defRPr>
            </a:lvl5pPr>
            <a:lvl6pPr marL="2514600" indent="-228600" defTabSz="995363" eaLnBrk="0" fontAlgn="base" hangingPunct="0">
              <a:spcBef>
                <a:spcPct val="0"/>
              </a:spcBef>
              <a:spcAft>
                <a:spcPct val="0"/>
              </a:spcAft>
              <a:tabLst>
                <a:tab pos="442913" algn="l"/>
              </a:tabLst>
              <a:defRPr sz="2100">
                <a:solidFill>
                  <a:schemeClr val="tx1"/>
                </a:solidFill>
                <a:latin typeface="Arial" charset="0"/>
              </a:defRPr>
            </a:lvl6pPr>
            <a:lvl7pPr marL="2971800" indent="-228600" defTabSz="995363" eaLnBrk="0" fontAlgn="base" hangingPunct="0">
              <a:spcBef>
                <a:spcPct val="0"/>
              </a:spcBef>
              <a:spcAft>
                <a:spcPct val="0"/>
              </a:spcAft>
              <a:tabLst>
                <a:tab pos="442913" algn="l"/>
              </a:tabLst>
              <a:defRPr sz="2100">
                <a:solidFill>
                  <a:schemeClr val="tx1"/>
                </a:solidFill>
                <a:latin typeface="Arial" charset="0"/>
              </a:defRPr>
            </a:lvl7pPr>
            <a:lvl8pPr marL="3429000" indent="-228600" defTabSz="995363" eaLnBrk="0" fontAlgn="base" hangingPunct="0">
              <a:spcBef>
                <a:spcPct val="0"/>
              </a:spcBef>
              <a:spcAft>
                <a:spcPct val="0"/>
              </a:spcAft>
              <a:tabLst>
                <a:tab pos="442913" algn="l"/>
              </a:tabLst>
              <a:defRPr sz="2100">
                <a:solidFill>
                  <a:schemeClr val="tx1"/>
                </a:solidFill>
                <a:latin typeface="Arial" charset="0"/>
              </a:defRPr>
            </a:lvl8pPr>
            <a:lvl9pPr marL="3886200" indent="-228600" defTabSz="995363" eaLnBrk="0" fontAlgn="base" hangingPunct="0">
              <a:spcBef>
                <a:spcPct val="0"/>
              </a:spcBef>
              <a:spcAft>
                <a:spcPct val="0"/>
              </a:spcAft>
              <a:tabLst>
                <a:tab pos="442913" algn="l"/>
              </a:tabLst>
              <a:defRPr sz="2100">
                <a:solidFill>
                  <a:schemeClr val="tx1"/>
                </a:solidFill>
                <a:latin typeface="Arial" charset="0"/>
              </a:defRPr>
            </a:lvl9pPr>
          </a:lstStyle>
          <a:p>
            <a:pPr eaLnBrk="1" fontAlgn="base" hangingPunct="1">
              <a:spcBef>
                <a:spcPct val="0"/>
              </a:spcBef>
              <a:spcAft>
                <a:spcPct val="30000"/>
              </a:spcAft>
              <a:buClr>
                <a:srgbClr val="000000"/>
              </a:buClr>
            </a:pPr>
            <a:endParaRPr lang="en-US" sz="900">
              <a:solidFill>
                <a:srgbClr val="808080"/>
              </a:solidFill>
              <a:latin typeface="EYInterstate"/>
              <a:sym typeface="Arial Unicode MS" pitchFamily="34" charset="-128"/>
            </a:endParaRPr>
          </a:p>
        </p:txBody>
      </p:sp>
      <p:sp>
        <p:nvSpPr>
          <p:cNvPr id="18" name="Rectangle 15"/>
          <p:cNvSpPr>
            <a:spLocks noChangeArrowheads="1"/>
          </p:cNvSpPr>
          <p:nvPr/>
        </p:nvSpPr>
        <p:spPr bwMode="auto">
          <a:xfrm>
            <a:off x="4083727" y="1594752"/>
            <a:ext cx="3600000" cy="532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algn="just" defTabSz="1033423">
              <a:spcBef>
                <a:spcPts val="600"/>
              </a:spcBef>
              <a:spcAft>
                <a:spcPts val="300"/>
              </a:spcAft>
              <a:buClr>
                <a:srgbClr val="FFE600"/>
              </a:buClr>
              <a:buSzPct val="75000"/>
              <a:defRPr/>
            </a:pPr>
            <a:r>
              <a:rPr lang="en-US" sz="1000" u="sng" dirty="0" b="0">
                <a:solidFill>
                  <a:srgbClr val="808080"/>
                </a:solidFill>
                <a:latin typeface="EYInterstate Light"/>
                <a:sym typeface="Arial Unicode MS" pitchFamily="34" charset="-128"/>
              </a:rPr>
              <a:t>Generative AI</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sym typeface="Arial Unicode MS" pitchFamily="34" charset="-128"/>
              </a:rPr>
              <a:t>Led end-to-end GenAI solution for automated call summarization using OpenAI GPT models, architecting Langchain-based orchestration that achieved 55% faster response times across 350+ agents</a:t>
            </a:r>
            <a:r>
              <a:rPr lang="en-US" sz="1000" dirty="0" err="1">
                <a:solidFill>
                  <a:srgbClr val="808080"/>
                </a:solidFill>
                <a:latin typeface="EYInterstate Light"/>
                <a:sym typeface="Arial Unicode MS" pitchFamily="34" charset="-128"/>
              </a:rPr>
              <a:t/>
            </a:r>
            <a:r>
              <a:rPr lang="en-US" sz="1000" dirty="0">
                <a:solidFill>
                  <a:srgbClr val="808080"/>
                </a:solidFill>
                <a:latin typeface="EYInterstate Light"/>
                <a:sym typeface="Arial Unicode MS" pitchFamily="34" charset="-128"/>
              </a:rPr>
              <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sym typeface="Arial Unicode MS" pitchFamily="34" charset="-128"/>
              </a:rPr>
              <a:t>Augmented call wrap-up API with RAG pipelines and autonomous agent workflows for validation, achieving 85% higher summary quality scores and cutting post-call correction time by two-thirds</a:t>
            </a:r>
            <a:r>
              <a:rPr lang="en-US" sz="1000" dirty="0" err="1">
                <a:solidFill>
                  <a:srgbClr val="808080"/>
                </a:solidFill>
                <a:latin typeface="EYInterstate Light"/>
                <a:sym typeface="Arial Unicode MS" pitchFamily="34" charset="-128"/>
              </a:rPr>
              <a:t/>
            </a:r>
            <a:r>
              <a:rPr lang="en-US" sz="1000" dirty="0">
                <a:solidFill>
                  <a:srgbClr val="808080"/>
                </a:solidFill>
                <a:latin typeface="EYInterstate Light"/>
                <a:sym typeface="Arial Unicode MS" pitchFamily="34" charset="-128"/>
              </a:rPr>
              <a:t/>
            </a:r>
            <a:endParaRPr lang="en-US" sz="1000" dirty="0">
              <a:solidFill>
                <a:srgbClr val="808080"/>
              </a:solidFill>
              <a:latin typeface="EYInterstate Light"/>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Fine-tuned open-source LLMs (Llama) using LoRA on healthcare call transcript corpora for domain-adapted summarization, building evaluation pipelines to benchmark summarization accuracy and clinical terminology coverage against baseline GPT outputs</a:t>
            </a:r>
            <a:r>
              <a:rPr lang="en-US" sz="1000" dirty="0">
                <a:solidFill>
                  <a:srgbClr val="808080"/>
                </a:solidFill>
                <a:latin typeface="EYInterstate Light"/>
                <a:sym typeface="Arial Unicode MS" pitchFamily="34" charset="-128"/>
              </a:rPr>
              <a:t/>
            </a:r>
            <a:r>
              <a:rPr lang="en-US" sz="1000" dirty="0">
                <a:solidFill>
                  <a:srgbClr val="808080"/>
                </a:solidFill>
                <a:latin typeface="EYInterstate Light" panose="02000506000000020004" pitchFamily="2" charset="0"/>
                <a:sym typeface="Arial Unicode MS" pitchFamily="34" charset="-128"/>
              </a:rPr>
              <a:t/>
            </a:r>
            <a:endParaRPr lang="en-US" sz="1000"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Architected multi-agent GPT-4.1-based document compliance system for 50+ L&amp;D team members, reducing manual review time by 80% for large-scale training materials</a:t>
            </a:r>
            <a:r>
              <a:rPr lang="en-US" sz="1000" dirty="0">
                <a:solidFill>
                  <a:srgbClr val="808080"/>
                </a:solidFill>
                <a:latin typeface="EYInterstate Light"/>
                <a:sym typeface="Arial Unicode MS" pitchFamily="34" charset="-128"/>
              </a:rPr>
              <a:t/>
            </a:r>
            <a:r>
              <a:rPr lang="en-US" sz="1000" dirty="0">
                <a:solidFill>
                  <a:srgbClr val="808080"/>
                </a:solidFill>
                <a:latin typeface="EYInterstate Light" panose="02000506000000020004" pitchFamily="2" charset="0"/>
                <a:sym typeface="Arial Unicode MS" pitchFamily="34" charset="-128"/>
              </a:rPr>
              <a:t/>
            </a:r>
          </a:p>
          <a:p>
            <a:pPr marL="156845" indent="-156845" algn="just" defTabSz="1033423">
              <a:spcBef>
                <a:spcPts val="600"/>
              </a:spcBef>
              <a:spcAft>
                <a:spcPts val="300"/>
              </a:spcAft>
              <a:buClr>
                <a:srgbClr val="FFE600"/>
              </a:buClr>
              <a:buSzPct val="75000"/>
              <a:buFont typeface="Arial" pitchFamily="34" charset="0"/>
              <a:defRPr/>
            </a:pPr>
            <a:r>
              <a:rPr lang="en-US" sz="1000" dirty="0" u="sng" b="0">
                <a:solidFill>
                  <a:srgbClr val="808080"/>
                </a:solidFill>
                <a:latin typeface="EYInterstate Light"/>
                <a:sym typeface="Arial Unicode MS" pitchFamily="34" charset="-128"/>
              </a:rPr>
              <a:t>Machine Learning &amp; Predictive Analytics</a:t>
            </a:r>
            <a:endParaRPr lang="en-US" sz="1000"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sym typeface="Arial Unicode MS" pitchFamily="34" charset="-128"/>
              </a:rPr>
              <a:t>Enhanced data retrieval for Inpatient Claims using PySpark, achieving 75% reduction in extraction time; enriched ML model inputs with 20+ derived features using PyTorch</a:t>
            </a:r>
          </a:p>
          <a:p>
            <a:pPr algn="just" defTabSz="1033423">
              <a:spcBef>
                <a:spcPts val="600"/>
              </a:spcBef>
              <a:spcAft>
                <a:spcPts val="300"/>
              </a:spcAft>
              <a:buClr>
                <a:srgbClr val="FFE600"/>
              </a:buClr>
              <a:buSzPct val="75000"/>
              <a:defRPr/>
              <a:buChar char="–"/>
            </a:pPr>
            <a:r>
              <a:rPr lang="en-US" sz="1000" u="none" dirty="0" b="0">
                <a:solidFill>
                  <a:srgbClr val="808080"/>
                </a:solidFill>
                <a:latin typeface="EYInterstate Light"/>
                <a:sym typeface="Arial Unicode MS" pitchFamily="34" charset="-128"/>
              </a:rPr>
              <a:t>Developed neural network and Bayesian optimization (BOHB) models using TensorFlow and PyTorch, boosting model efficiency by 12% and enabling early identification of at-risk students</a:t>
            </a:r>
            <a:endParaRPr lang="en-US" sz="1000" u="sng"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rPr>
              <a:t>Conducted statistical analysis in R, pandas, scikit-learn, demonstrating re-identification risks with 20% improvement in predictive accuracy</a:t>
            </a:r>
          </a:p>
        </p:txBody>
      </p:sp>
      <p:sp>
        <p:nvSpPr>
          <p:cNvPr id="19" name="Rectangle 18"/>
          <p:cNvSpPr>
            <a:spLocks noChangeArrowheads="1"/>
          </p:cNvSpPr>
          <p:nvPr/>
        </p:nvSpPr>
        <p:spPr bwMode="auto">
          <a:xfrm>
            <a:off x="634910" y="1594753"/>
            <a:ext cx="3234446" cy="17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marL="0" lvl="1" indent="-259080" algn="just"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u="none" b="0">
                <a:solidFill>
                  <a:srgbClr val="808080"/>
                </a:solidFill>
                <a:latin typeface="EYInterstate"/>
                <a:sym typeface="EYInterstate" panose="02000503020000020004" pitchFamily="2" charset="0"/>
              </a:rPr>
              <a:t>Ajinkya joined the AI &amp; Data Practice of EY Charlotte in January 2026. He brings extensive experience in AI/ML engineering, GenAI solutions, and data pipeline development. Prior to EY, he worked as an AI Engineer at Elevance Health and as a Data Engineer at Course5 Intelligence.</a:t>
            </a:r>
            <a:endParaRPr lang="en-US" dirty="0">
              <a:latin typeface="EYInterstate"/>
            </a:endParaRPr>
          </a:p>
          <a:p>
            <a:pPr marL="0" lvl="1" indent="-259080" algn="just" defTabSz="871695" fontAlgn="base">
              <a:spcBef>
                <a:spcPct val="0"/>
              </a:spcBef>
              <a:spcAft>
                <a:spcPts val="600"/>
              </a:spcAft>
              <a:buClr>
                <a:srgbClr val="FFD200"/>
              </a:buClr>
              <a:buSzPct val="125000"/>
              <a:buFont typeface="Arial Unicode MS" pitchFamily="34" charset="-128"/>
              <a:buChar char="►"/>
              <a:tabLst>
                <a:tab pos="2827798" algn="l"/>
                <a:tab pos="4085985" algn="r"/>
              </a:tabLst>
            </a:pPr>
            <a:r>
              <a:rPr lang="en-US" sz="1000" dirty="0" u="none" b="0">
                <a:solidFill>
                  <a:srgbClr val="808080"/>
                </a:solidFill>
                <a:latin typeface="EYInterstate"/>
                <a:sym typeface="EYInterstate" panose="02000503020000020004" pitchFamily="2" charset="0"/>
              </a:rPr>
              <a:t>Ajinkya holds the following qualifications:</a:t>
            </a:r>
            <a:endParaRPr lang="en-US" sz="1000" dirty="0">
              <a:solidFill>
                <a:srgbClr val="808080"/>
              </a:solidFill>
              <a:latin typeface="EYInterstate"/>
            </a:endParaRPr>
          </a:p>
          <a:p>
            <a:pPr marL="457200" lvl="2" indent="-259080" defTabSz="871695" fontAlgn="base" algn="just">
              <a:spcBef>
                <a:spcPts val="0"/>
              </a:spcBef>
              <a:spcAft>
                <a:spcPts val="0"/>
              </a:spcAft>
              <a:buClr>
                <a:srgbClr val="FFD200"/>
              </a:buClr>
              <a:buSzPct val="125000"/>
              <a:buFont typeface="Arial Unicode MS" pitchFamily="34" charset="-128"/>
              <a:buChar char="►"/>
              <a:tabLst>
                <a:tab pos="2827798" algn="l"/>
                <a:tab pos="4085985" algn="r"/>
              </a:tabLst>
            </a:pPr>
            <a:r>
              <a:rPr lang="en-US" sz="1000" dirty="0" u="none" b="0">
                <a:solidFill>
                  <a:srgbClr val="808080"/>
                </a:solidFill>
                <a:latin typeface="EYInterstate"/>
                <a:sym typeface="EYInterstate" panose="02000503020000020004" pitchFamily="2" charset="0"/>
              </a:rPr>
              <a:t>Master of Science in Data Science, Indiana University Bloomington</a:t>
            </a:r>
            <a:br>
              <a:rPr lang="en-US" sz="1000" dirty="0">
                <a:latin typeface="EYInterstate" panose="02000503020000020004" pitchFamily="2" charset="0"/>
              </a:rPr>
            </a:br>
            <a:r>
              <a:rPr lang="en-US" sz="1000" i="1" dirty="0">
                <a:solidFill>
                  <a:srgbClr val="808080"/>
                </a:solidFill>
                <a:latin typeface="EYInterstate"/>
                <a:sym typeface="EYInterstate" panose="02000503020000020004" pitchFamily="2" charset="0"/>
              </a:rPr>
              <a:t/>
            </a:r>
            <a:r>
              <a:rPr lang="en-US" sz="1000" dirty="0">
                <a:solidFill>
                  <a:srgbClr val="808080"/>
                </a:solidFill>
                <a:latin typeface="EYInterstate"/>
                <a:sym typeface="EYInterstate" panose="02000503020000020004" pitchFamily="2" charset="0"/>
              </a:rPr>
              <a:t/>
            </a:r>
            <a:endParaRPr lang="en-US" sz="1000" dirty="0">
              <a:solidFill>
                <a:srgbClr val="808080"/>
              </a:solidFill>
              <a:latin typeface="EYInterstate"/>
            </a:endParaRPr>
          </a:p>
          <a:p>
            <a:pPr marL="457200" lvl="2" indent="-259080" defTabSz="871695" fontAlgn="base" algn="just">
              <a:spcBef>
                <a:spcPts val="0"/>
              </a:spcBef>
              <a:spcAft>
                <a:spcPts val="0"/>
              </a:spcAft>
              <a:buClr>
                <a:srgbClr val="FFD200"/>
              </a:buClr>
              <a:buSzPct val="125000"/>
              <a:buFont typeface="Arial Unicode MS" pitchFamily="34" charset="-128"/>
              <a:buChar char="►"/>
              <a:tabLst>
                <a:tab pos="2827798" algn="l"/>
                <a:tab pos="4085985" algn="r"/>
              </a:tabLst>
            </a:pPr>
            <a:r>
              <a:rPr lang="en-US" sz="1000" dirty="0" u="none" b="0">
                <a:solidFill>
                  <a:srgbClr val="808080"/>
                </a:solidFill>
                <a:latin typeface="EYInterstate"/>
                <a:sym typeface="EYInterstate" panose="02000503020000020004" pitchFamily="2" charset="0"/>
              </a:rPr>
              <a:t>Bachelor of Science in Computer Science, Mumbai University</a:t>
            </a:r>
            <a:r>
              <a:rPr lang="en-US" sz="1000" i="1" dirty="0" err="1">
                <a:solidFill>
                  <a:srgbClr val="808080"/>
                </a:solidFill>
                <a:latin typeface="EYInterstate"/>
                <a:sym typeface="EYInterstate" panose="02000503020000020004" pitchFamily="2" charset="0"/>
              </a:rPr>
              <a:t/>
            </a:r>
            <a:r>
              <a:rPr lang="en-US" sz="1000" i="1" dirty="0">
                <a:solidFill>
                  <a:srgbClr val="808080"/>
                </a:solidFill>
                <a:latin typeface="EYInterstate"/>
                <a:sym typeface="EYInterstate" panose="02000503020000020004" pitchFamily="2" charset="0"/>
              </a:rPr>
              <a:t/>
            </a:r>
            <a:r>
              <a:rPr lang="en-US" sz="1000" dirty="0">
                <a:solidFill>
                  <a:srgbClr val="808080"/>
                </a:solidFill>
                <a:latin typeface="EYInterstate"/>
                <a:sym typeface="EYInterstate" panose="02000503020000020004" pitchFamily="2" charset="0"/>
              </a:rPr>
              <a:t/>
            </a:r>
            <a:endParaRPr lang="en-US" sz="1000" dirty="0">
              <a:solidFill>
                <a:srgbClr val="808080"/>
              </a:solidFill>
              <a:latin typeface="EYInterstate"/>
            </a:endParaRPr>
          </a:p>
        </p:txBody>
      </p:sp>
      <p:sp>
        <p:nvSpPr>
          <p:cNvPr id="22" name="Rectangle 21"/>
          <p:cNvSpPr/>
          <p:nvPr/>
        </p:nvSpPr>
        <p:spPr>
          <a:xfrm>
            <a:off x="634910" y="4007853"/>
            <a:ext cx="3070997" cy="2158402"/>
          </a:xfrm>
          <a:prstGeom prst="rect">
            <a:avLst/>
          </a:prstGeom>
        </p:spPr>
        <p:txBody>
          <a:bodyPr wrap="square" lIns="80127" tIns="40064" rIns="80127" bIns="40064" anchor="t">
            <a:spAutoFit/>
          </a:bodyPr>
          <a:lstStyle/>
          <a:p>
            <a:pPr marL="0" lvl="1"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Healthcare, E-commerce, Retail Banking</a:t>
            </a:r>
            <a:endParaRPr lang="en-US" dirty="0">
              <a:cs typeface="Arial"/>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rPr>
              <a:t>Machine Learning, Generative AI, LLM Fine-Tuning, Predictive Analytics, Deep Learning, NLP</a:t>
            </a:r>
          </a:p>
          <a:p>
            <a:pPr marL="0" lvl="1"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Data Engineering, Cloud Architecture, MLOps</a:t>
            </a:r>
            <a:endParaRPr lang="en-US" sz="1000" dirty="0">
              <a:solidFill>
                <a:srgbClr val="808080"/>
              </a:solidFill>
              <a:latin typeface="EYInterstate"/>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Programming and tools:</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Python, PySpark, R, SQL, PyTorch, TensorFlow</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Langchain, LlamaIndex, OpenAI and Anthropic APIs, Hugging Face</a:t>
            </a:r>
            <a:endParaRPr lang="en-US" sz="1000" dirty="0">
              <a:solidFill>
                <a:srgbClr val="808080"/>
              </a:solidFill>
              <a:latin typeface="EYInterstate"/>
            </a:endParaRPr>
          </a:p>
          <a:p>
            <a:pPr marL="457200" lvl="2"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AWS (S3, EC2, Lambda, EMR), Kubernetes, Docker, Airflow</a:t>
            </a:r>
            <a:endParaRPr lang="en-US" sz="1000" dirty="0">
              <a:solidFill>
                <a:srgbClr val="808080"/>
              </a:solidFill>
              <a:latin typeface="EYInterstate"/>
            </a:endParaRPr>
          </a:p>
          <a:p>
            <a:pPr marL="0" lvl="1" indent="-259080" fontAlgn="base">
              <a:spcBef>
                <a:spcPct val="0"/>
              </a:spcBef>
              <a:spcAft>
                <a:spcPts val="600"/>
              </a:spcAft>
              <a:buClr>
                <a:srgbClr val="FFD200"/>
              </a:buClr>
              <a:buSzPct val="125000"/>
              <a:buFont typeface="Arial Unicode MS" pitchFamily="34" charset="-128"/>
              <a:buChar char="►"/>
            </a:pPr>
            <a:r>
              <a:rPr lang="en-US" sz="1000" dirty="0" u="none" b="0">
                <a:solidFill>
                  <a:srgbClr val="808080"/>
                </a:solidFill>
                <a:latin typeface="EYInterstate"/>
                <a:sym typeface="EYInterstate" panose="02000503020000020004" pitchFamily="2" charset="0"/>
              </a:rPr>
              <a:t>Databases: PostgreSQL, MongoDB, Hadoop, Hive, Qdrant</a:t>
            </a:r>
            <a:endParaRPr lang="en-US" sz="1000" dirty="0">
              <a:solidFill>
                <a:srgbClr val="808080"/>
              </a:solidFill>
              <a:latin typeface="EYInterstate"/>
            </a:endParaRPr>
          </a:p>
        </p:txBody>
      </p:sp>
      <p:sp>
        <p:nvSpPr>
          <p:cNvPr id="24" name="Rectangle 23"/>
          <p:cNvSpPr>
            <a:spLocks noChangeArrowheads="1"/>
          </p:cNvSpPr>
          <p:nvPr/>
        </p:nvSpPr>
        <p:spPr bwMode="gray">
          <a:xfrm>
            <a:off x="634910" y="1355916"/>
            <a:ext cx="2600936"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Background</a:t>
            </a:r>
          </a:p>
        </p:txBody>
      </p:sp>
      <p:sp>
        <p:nvSpPr>
          <p:cNvPr id="25" name="Rectangle 12"/>
          <p:cNvSpPr>
            <a:spLocks noChangeArrowheads="1"/>
          </p:cNvSpPr>
          <p:nvPr/>
        </p:nvSpPr>
        <p:spPr bwMode="gray">
          <a:xfrm>
            <a:off x="634910" y="3798262"/>
            <a:ext cx="2600936"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Skills</a:t>
            </a:r>
          </a:p>
        </p:txBody>
      </p:sp>
      <p:sp>
        <p:nvSpPr>
          <p:cNvPr id="26" name="Text Box 7"/>
          <p:cNvSpPr txBox="1">
            <a:spLocks noChangeArrowheads="1"/>
          </p:cNvSpPr>
          <p:nvPr/>
        </p:nvSpPr>
        <p:spPr bwMode="auto">
          <a:xfrm>
            <a:off x="1529080" y="294774"/>
            <a:ext cx="2164080" cy="1011046"/>
          </a:xfrm>
          <a:prstGeom prst="rect">
            <a:avLst/>
          </a:prstGeom>
          <a:noFill/>
          <a:ln w="12700">
            <a:noFill/>
            <a:miter lim="800000"/>
            <a:headEnd type="none" w="sm" len="sm"/>
            <a:tailEnd type="none" w="sm" len="sm"/>
          </a:ln>
          <a:effectLst/>
        </p:spPr>
        <p:txBody>
          <a:bodyPr wrap="square" lIns="0" tIns="0" rIns="0" bIns="0">
            <a:spAutoFit/>
          </a:bodyPr>
          <a:lstStyle/>
          <a:p>
            <a:pPr defTabSz="851135">
              <a:tabLst>
                <a:tab pos="378735" algn="l"/>
              </a:tabLst>
            </a:pPr>
            <a:r>
              <a:rPr lang="en-US" sz="900" b="1" dirty="0" u="none">
                <a:solidFill>
                  <a:srgbClr val="646464"/>
                </a:solidFill>
                <a:latin typeface="EYInterstate" panose="02000503020000020004" pitchFamily="2" charset="0"/>
                <a:sym typeface="EYInterstate" panose="02000503020000020004" pitchFamily="2" charset="0"/>
              </a:rPr>
              <a:t>Ajinkya Pawale</a:t>
            </a:r>
          </a:p>
          <a:p>
            <a:pPr defTabSz="851135">
              <a:tabLst>
                <a:tab pos="378735" algn="l"/>
              </a:tabLst>
            </a:pPr>
            <a:r>
              <a:rPr lang="en-US" sz="900" dirty="0" b="0" u="none">
                <a:solidFill>
                  <a:srgbClr val="646464"/>
                </a:solidFill>
                <a:latin typeface="EYInterstate" panose="02000503020000020004" pitchFamily="2" charset="0"/>
                <a:sym typeface="EYInterstate" panose="02000503020000020004" pitchFamily="2" charset="0"/>
              </a:rPr>
              <a:t>Senior Consultant</a:t>
            </a:r>
          </a:p>
          <a:p>
            <a:pPr defTabSz="851135">
              <a:tabLst>
                <a:tab pos="378735" algn="l"/>
              </a:tabLst>
            </a:pPr>
            <a:r>
              <a:rPr lang="en-US" sz="900" dirty="0" b="0" u="none">
                <a:solidFill>
                  <a:srgbClr val="646464"/>
                </a:solidFill>
                <a:latin typeface="EYInterstate" panose="02000503020000020004" pitchFamily="2" charset="0"/>
                <a:sym typeface="EYInterstate" panose="02000503020000020004" pitchFamily="2" charset="0"/>
              </a:rPr>
              <a:t>AI &amp; Data</a:t>
            </a:r>
          </a:p>
          <a:p>
            <a:pPr defTabSz="851135">
              <a:tabLst>
                <a:tab pos="378735" algn="l"/>
              </a:tabLst>
            </a:pPr>
            <a:r>
              <a:rPr sz="900" b="0" u="none">
                <a:latin typeface="EYInterstate"/>
              </a:rPr>
              <a:t/>
            </a:r>
            <a:endParaRPr lang="en-US" sz="900" dirty="0">
              <a:solidFill>
                <a:srgbClr val="646464"/>
              </a:solidFill>
              <a:latin typeface="EYInterstate" panose="02000503020000020004" pitchFamily="2" charset="0"/>
              <a:sym typeface="EYInterstate" panose="02000503020000020004" pitchFamily="2" charset="0"/>
            </a:endParaRPr>
          </a:p>
          <a:p>
            <a:pPr defTabSz="851135">
              <a:tabLst>
                <a:tab pos="378735" algn="l"/>
              </a:tabLst>
            </a:pPr>
            <a:r>
              <a:rPr lang="en-US" sz="900" dirty="0" b="0" u="none">
                <a:solidFill>
                  <a:srgbClr val="646464"/>
                </a:solidFill>
                <a:latin typeface="EYInterstate" panose="02000503020000020004" pitchFamily="2" charset="0"/>
                <a:sym typeface="EYInterstate" panose="02000503020000020004" pitchFamily="2" charset="0"/>
              </a:rPr>
              <a:t>Tel : 763-306-4790</a:t>
            </a:r>
          </a:p>
          <a:p>
            <a:pPr defTabSz="872601" fontAlgn="base">
              <a:spcBef>
                <a:spcPct val="0"/>
              </a:spcBef>
              <a:spcAft>
                <a:spcPct val="30000"/>
              </a:spcAft>
              <a:buClr>
                <a:srgbClr val="000000"/>
              </a:buClr>
              <a:tabLst>
                <a:tab pos="388705" algn="l"/>
              </a:tabLst>
              <a:defRPr/>
            </a:pPr>
            <a:r>
              <a:rPr lang="en-US" sz="900" dirty="0" b="0" u="none">
                <a:solidFill>
                  <a:srgbClr val="646464"/>
                </a:solidFill>
                <a:latin typeface="EYInterstate" panose="02000503020000020004" pitchFamily="2" charset="0"/>
                <a:sym typeface="EYInterstate" panose="02000503020000020004" pitchFamily="2" charset="0"/>
              </a:rPr>
              <a:t>Email	ajinkya.pawale@ey.com</a:t>
            </a:r>
          </a:p>
          <a:p>
            <a:pPr defTabSz="851135">
              <a:tabLst>
                <a:tab pos="378735" algn="l"/>
              </a:tabLst>
            </a:pPr>
            <a:endParaRPr lang="en-US" sz="900" dirty="0">
              <a:solidFill>
                <a:srgbClr val="646464"/>
              </a:solidFill>
              <a:latin typeface="EYInterstate" panose="02000503020000020004" pitchFamily="2" charset="0"/>
              <a:sym typeface="EYInterstate" panose="02000503020000020004" pitchFamily="2" charset="0"/>
            </a:endParaRPr>
          </a:p>
        </p:txBody>
      </p:sp>
      <p:sp>
        <p:nvSpPr>
          <p:cNvPr id="28" name="Rectangle 11"/>
          <p:cNvSpPr>
            <a:spLocks noChangeArrowheads="1"/>
          </p:cNvSpPr>
          <p:nvPr/>
        </p:nvSpPr>
        <p:spPr bwMode="gray">
          <a:xfrm>
            <a:off x="4083727" y="1355916"/>
            <a:ext cx="2599578" cy="215444"/>
          </a:xfrm>
          <a:prstGeom prst="rect">
            <a:avLst/>
          </a:prstGeom>
          <a:noFill/>
          <a:ln w="9525">
            <a:noFill/>
            <a:miter lim="800000"/>
            <a:headEnd/>
            <a:tailEnd/>
          </a:ln>
          <a:effectLst/>
        </p:spPr>
        <p:txBody>
          <a:bodyPr lIns="0" tIns="0" rIns="0" bIns="0">
            <a:spAutoFit/>
          </a:bodyPr>
          <a:lstStyle/>
          <a:p>
            <a:pPr>
              <a:spcBef>
                <a:spcPct val="20000"/>
              </a:spcBef>
              <a:spcAft>
                <a:spcPct val="40000"/>
              </a:spcAft>
              <a:buClr>
                <a:srgbClr val="FFFFFF"/>
              </a:buClr>
              <a:buSzPct val="75000"/>
              <a:buFont typeface="Arial Unicode MS" pitchFamily="34" charset="-128"/>
              <a:buNone/>
            </a:pPr>
            <a:r>
              <a:rPr lang="en-US" sz="1400" b="1">
                <a:solidFill>
                  <a:srgbClr val="808080"/>
                </a:solidFill>
                <a:latin typeface="EYInterstate" pitchFamily="2" charset="0"/>
                <a:cs typeface="Arial" charset="0"/>
                <a:sym typeface="Arial Unicode MS" pitchFamily="34" charset="-128"/>
              </a:rPr>
              <a:t>Experience</a:t>
            </a:r>
          </a:p>
        </p:txBody>
      </p:sp>
      <p:sp>
        <p:nvSpPr>
          <p:cNvPr id="29" name="Rectangle 28"/>
          <p:cNvSpPr>
            <a:spLocks noChangeArrowheads="1"/>
          </p:cNvSpPr>
          <p:nvPr/>
        </p:nvSpPr>
        <p:spPr bwMode="auto">
          <a:xfrm>
            <a:off x="8112487" y="1594753"/>
            <a:ext cx="3600000" cy="55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693" rIns="91385" bIns="45693" anchor="t">
            <a:spAutoFit/>
          </a:bodyPr>
          <a:lstStyle/>
          <a:p>
            <a:pPr marL="156845" indent="-156845" algn="just" defTabSz="1033423">
              <a:spcBef>
                <a:spcPts val="600"/>
              </a:spcBef>
              <a:spcAft>
                <a:spcPts val="300"/>
              </a:spcAft>
              <a:buClr>
                <a:srgbClr val="FFE600"/>
              </a:buClr>
              <a:buSzPct val="75000"/>
              <a:buFont typeface="Arial" pitchFamily="34" charset="0"/>
              <a:defRPr/>
            </a:pPr>
            <a:r>
              <a:rPr lang="en-US" sz="1000" dirty="0" u="sng" b="0">
                <a:solidFill>
                  <a:srgbClr val="808080"/>
                </a:solidFill>
                <a:latin typeface="EYInterstate Light" panose="02000506000000020004" pitchFamily="2" charset="0"/>
              </a:rPr>
              <a:t>Data Engineering &amp; Optimization</a:t>
            </a:r>
          </a:p>
          <a:p>
            <a:pPr algn="just" defTabSz="1033423">
              <a:spcBef>
                <a:spcPts val="600"/>
              </a:spcBef>
              <a:spcAft>
                <a:spcPts val="300"/>
              </a:spcAft>
              <a:buClr>
                <a:srgbClr val="FFE600"/>
              </a:buClr>
              <a:buSzPct val="75000"/>
              <a:defRPr/>
              <a:buChar char="–"/>
            </a:pPr>
            <a:r>
              <a:rPr lang="en-US" sz="1000" u="none" dirty="0" b="0">
                <a:solidFill>
                  <a:srgbClr val="808080"/>
                </a:solidFill>
                <a:latin typeface="EYInterstate Light" panose="02000506000000020004" pitchFamily="2" charset="0"/>
                <a:sym typeface="Arial Unicode MS" pitchFamily="34" charset="-128"/>
              </a:rPr>
              <a:t>Spearheaded automation of data pipelines in Airflow, integrating ETL, modeling, and post-processing, saving 4 hours of manual work per production run</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Designed Kinesis Consumer Application for live call transcript processing with Redis cache, enhancing data retrieval speed by 40%</a:t>
            </a: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Migrated project data from on-premise to AWS EMR cluster, improving processing speed, scalability, and reliability</a:t>
            </a:r>
            <a:endParaRPr lang="en-US" dirty="0"/>
          </a:p>
          <a:p>
            <a:pPr marL="614045" indent="-156845" algn="just" defTabSz="1033423">
              <a:spcBef>
                <a:spcPts val="3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Implemented data validation tool detecting production data drift, saving nearly two full days of workload monthly</a:t>
            </a:r>
            <a:endParaRPr lang="en-US" sz="1000" dirty="0">
              <a:solidFill>
                <a:srgbClr val="808080"/>
              </a:solidFill>
              <a:latin typeface="EYInterstate Light" panose="02000506000000020004" pitchFamily="2" charset="0"/>
            </a:endParaRPr>
          </a:p>
          <a:p>
            <a:pPr marL="614045" indent="-156845" algn="just" defTabSz="1033423">
              <a:spcBef>
                <a:spcPts val="300"/>
              </a:spcBef>
              <a:spcAft>
                <a:spcPts val="300"/>
              </a:spcAft>
              <a:buClr>
                <a:srgbClr val="FFE600"/>
              </a:buClr>
              <a:buSzPct val="75000"/>
              <a:buFont typeface="Arial" pitchFamily="34" charset="0"/>
              <a:defRPr/>
            </a:pPr>
            <a:r>
              <a:rPr lang="en-US" sz="1000" dirty="0" u="sng" b="0">
                <a:solidFill>
                  <a:srgbClr val="808080"/>
                </a:solidFill>
                <a:latin typeface="EYInterstate Light" panose="02000506000000020004" pitchFamily="2" charset="0"/>
                <a:sym typeface="Arial Unicode MS" pitchFamily="34" charset="-128"/>
              </a:rPr>
              <a:t>Analytics &amp; Monitoring</a:t>
            </a:r>
            <a:endParaRPr lang="en-US" sz="1000" dirty="0">
              <a:solidFill>
                <a:srgbClr val="808080"/>
              </a:solidFill>
              <a:latin typeface="EYInterstate Light" panose="02000506000000020004" pitchFamily="2" charset="0"/>
            </a:endParaRPr>
          </a:p>
          <a:p>
            <a:pPr marL="614045" indent="-156845" algn="just" defTabSz="1033423">
              <a:spcBef>
                <a:spcPts val="3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Established 20+ crucial alerts and dashboards in Datadog and Splunk to monitor system health, accuracy, and performance</a:t>
            </a:r>
            <a:endParaRPr lang="en-US" sz="1000" dirty="0">
              <a:solidFill>
                <a:srgbClr val="808080"/>
              </a:solidFill>
              <a:latin typeface="EYInterstate Light" panose="02000506000000020004" pitchFamily="2" charset="0"/>
            </a:endParaRPr>
          </a:p>
          <a:p>
            <a:pPr marL="614045" indent="-156845" algn="just" defTabSz="1033423">
              <a:spcBef>
                <a:spcPts val="300"/>
              </a:spcBef>
              <a:spcAft>
                <a:spcPts val="300"/>
              </a:spcAft>
              <a:buClr>
                <a:srgbClr val="FFE600"/>
              </a:buClr>
              <a:buSzPct val="75000"/>
              <a:buFont typeface="Arial" pitchFamily="34" charset="0"/>
              <a:buChar char="►"/>
              <a:defRPr/>
            </a:pPr>
            <a:r>
              <a:rPr lang="en-US" sz="1000" dirty="0" u="none" b="0">
                <a:solidFill>
                  <a:srgbClr val="808080"/>
                </a:solidFill>
                <a:latin typeface="EYInterstate Light" panose="02000506000000020004" pitchFamily="2" charset="0"/>
                <a:sym typeface="Arial Unicode MS" pitchFamily="34" charset="-128"/>
              </a:rPr>
              <a:t>Performed statistical analysis on 100,000+ data entries across six sources; utilized Tableau visualizations reducing manual analysis time by 50%</a:t>
            </a:r>
          </a:p>
          <a:p>
            <a:pPr marL="156845" indent="-156845" algn="just" defTabSz="1033423">
              <a:spcBef>
                <a:spcPts val="3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sym typeface="Arial Unicode MS" pitchFamily="34" charset="-128"/>
              </a:rPr>
              <a:t>Created analytics framework using pymongo to query data lake, generating insights across 250+ product categories</a:t>
            </a:r>
            <a:endParaRPr lang="en-US" sz="1000" dirty="0">
              <a:solidFill>
                <a:srgbClr val="808080"/>
              </a:solidFill>
              <a:latin typeface="EYInterstate Light"/>
            </a:endParaRPr>
          </a:p>
          <a:p>
            <a:pPr algn="just" defTabSz="1033423">
              <a:spcBef>
                <a:spcPts val="600"/>
              </a:spcBef>
              <a:spcAft>
                <a:spcPts val="300"/>
              </a:spcAft>
              <a:buClr>
                <a:srgbClr val="FFE600"/>
              </a:buClr>
              <a:buSzPct val="75000"/>
              <a:defRPr/>
            </a:pPr>
            <a:r>
              <a:rPr lang="en-US" sz="1000" u="sng" dirty="0" b="0">
                <a:solidFill>
                  <a:srgbClr val="808080"/>
                </a:solidFill>
                <a:latin typeface="EYInterstate Light"/>
                <a:sym typeface="Arial Unicode MS" pitchFamily="34" charset="-128"/>
              </a:rPr>
              <a:t>Testing &amp; Quality Assurance</a:t>
            </a:r>
            <a:endParaRPr lang="en-US" sz="1000" u="sng" dirty="0">
              <a:solidFill>
                <a:srgbClr val="808080"/>
              </a:solidFill>
              <a:latin typeface="EYInterstate Light" panose="02000506000000020004" pitchFamily="2" charset="0"/>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sym typeface="Arial Unicode MS" pitchFamily="34" charset="-128"/>
              </a:rPr>
              <a:t>Orchestrated pytest framework covering 50+ test scenarios, reducing manual testing time by 3 hours per week</a:t>
            </a:r>
            <a:endParaRPr lang="en-US" sz="1000" dirty="0">
              <a:solidFill>
                <a:srgbClr val="808080"/>
              </a:solidFill>
              <a:latin typeface="EYInterstate Light"/>
            </a:endParaRPr>
          </a:p>
          <a:p>
            <a:pPr marL="156845" indent="-156845" algn="just" defTabSz="1033423">
              <a:spcBef>
                <a:spcPts val="600"/>
              </a:spcBef>
              <a:spcAft>
                <a:spcPts val="300"/>
              </a:spcAft>
              <a:buClr>
                <a:srgbClr val="FFE600"/>
              </a:buClr>
              <a:buSzPct val="75000"/>
              <a:buFont typeface="Arial" pitchFamily="34" charset="0"/>
              <a:buChar char="►"/>
              <a:defRPr/>
            </a:pPr>
            <a:r>
              <a:rPr lang="en-US" sz="1000" dirty="0" u="none" b="0">
                <a:solidFill>
                  <a:srgbClr val="808080"/>
                </a:solidFill>
                <a:latin typeface="EYInterstate Light"/>
              </a:rPr>
              <a:t>Executed load and stress tests using LoadRunner, coordinated API-based regression testing across feature cycles</a:t>
            </a:r>
            <a:endParaRPr lang="en-US" sz="1000" dirty="0">
              <a:solidFill>
                <a:srgbClr val="808080"/>
              </a:solidFill>
              <a:latin typeface="EYInterstate Light"/>
              <a:sym typeface="Arial Unicode MS" pitchFamily="34" charset="-128"/>
            </a:endParaRPr>
          </a:p>
          <a:p>
            <a:pPr marL="614045" lvl="1" indent="-156845" algn="just" defTabSz="1033423">
              <a:spcBef>
                <a:spcPts val="600"/>
              </a:spcBef>
              <a:spcAft>
                <a:spcPts val="300"/>
              </a:spcAft>
              <a:buClr>
                <a:srgbClr val="FFE600"/>
              </a:buClr>
              <a:buSzPct val="75000"/>
              <a:buFont typeface="Arial" pitchFamily="34" charset="0"/>
              <a:buChar char="►"/>
              <a:defRPr/>
            </a:pPr>
            <a:endParaRPr lang="en-US" sz="1000" dirty="0">
              <a:solidFill>
                <a:srgbClr val="808080"/>
              </a:solidFill>
              <a:latin typeface="EYInterstate Light" panose="02000506000000020004" pitchFamily="2" charset="0"/>
            </a:endParaRPr>
          </a:p>
          <a:p>
            <a:pPr algn="just" defTabSz="1033423">
              <a:spcBef>
                <a:spcPts val="600"/>
              </a:spcBef>
              <a:spcAft>
                <a:spcPts val="300"/>
              </a:spcAft>
              <a:buClr>
                <a:srgbClr val="FFE600"/>
              </a:buClr>
              <a:buSzPct val="75000"/>
              <a:defRPr/>
            </a:pPr>
            <a:endParaRPr lang="en-US" sz="1000" dirty="0">
              <a:solidFill>
                <a:srgbClr val="808080"/>
              </a:solidFill>
              <a:latin typeface="EYInterstate Light" panose="02000506000000020004" pitchFamily="2" charset="0"/>
              <a:sym typeface="Arial Unicode MS" pitchFamily="34" charset="-128"/>
            </a:endParaRPr>
          </a:p>
        </p:txBody>
      </p:sp>
      <p:pic>
        <p:nvPicPr>
          <p:cNvPr id="30" name="Picture 29" descr="Ajinkya_Profile_Picture_Copy.jpg"/>
          <p:cNvPicPr>
            <a:picLocks noChangeAspect="1"/>
          </p:cNvPicPr>
          <p:nvPr/>
        </p:nvPicPr>
        <p:blipFill>
          <a:blip r:embed="rId4"/>
          <a:stretch>
            <a:fillRect/>
          </a:stretch>
        </p:blipFill>
        <p:spPr>
          <a:xfrm>
            <a:off x="634910" y="222867"/>
            <a:ext cx="777600" cy="1036800"/>
          </a:xfrm>
          <a:prstGeom prst="rect">
            <a:avLst/>
          </a:prstGeom>
        </p:spPr>
      </p:pic>
    </p:spTree>
    <p:extLst>
      <p:ext uri="{BB962C8B-B14F-4D97-AF65-F5344CB8AC3E}">
        <p14:creationId xmlns:p14="http://schemas.microsoft.com/office/powerpoint/2010/main" val="35773242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Y widescreen presentation 2015 v1">
  <a:themeElements>
    <a:clrScheme name="Custom 2">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D9C91913-B542-4B4A-94F5-3E7C28267707}"/>
    </a:ext>
  </a:extLst>
</a:theme>
</file>

<file path=ppt/theme/theme2.xml><?xml version="1.0" encoding="utf-8"?>
<a:theme xmlns:a="http://schemas.openxmlformats.org/drawingml/2006/main" name="EY light projection">
  <a:themeElements>
    <a:clrScheme name="Custom 1">
      <a:dk1>
        <a:srgbClr val="000000"/>
      </a:dk1>
      <a:lt1>
        <a:srgbClr val="646464"/>
      </a:lt1>
      <a:dk2>
        <a:srgbClr val="FFFFFF"/>
      </a:dk2>
      <a:lt2>
        <a:srgbClr val="646464"/>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42318EB7-394D-40B9-9957-8795F39E21BC}"/>
    </a:ext>
  </a:extLst>
</a:theme>
</file>

<file path=ppt/theme/theme3.xml><?xml version="1.0" encoding="utf-8"?>
<a:theme xmlns:a="http://schemas.openxmlformats.org/drawingml/2006/main" name="EY dark print">
  <a:themeElements>
    <a:clrScheme name="Custom 2">
      <a:dk1>
        <a:srgbClr val="FFFFFF"/>
      </a:dk1>
      <a:lt1>
        <a:srgbClr val="FFFFFF"/>
      </a:lt1>
      <a:dk2>
        <a:srgbClr val="333333"/>
      </a:dk2>
      <a:lt2>
        <a:srgbClr val="FFE60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07D0C71C-60EC-4743-8BE5-193D505FE826}"/>
    </a:ext>
  </a:extLst>
</a:theme>
</file>

<file path=ppt/theme/theme4.xml><?xml version="1.0" encoding="utf-8"?>
<a:theme xmlns:a="http://schemas.openxmlformats.org/drawingml/2006/main" name="EY dark projection">
  <a:themeElements>
    <a:clrScheme name="Custom 4">
      <a:dk1>
        <a:srgbClr val="FFFFFF"/>
      </a:dk1>
      <a:lt1>
        <a:srgbClr val="FFFFFF"/>
      </a:lt1>
      <a:dk2>
        <a:srgbClr val="333333"/>
      </a:dk2>
      <a:lt2>
        <a:srgbClr val="FFD20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Présentation1" id="{CC8718FC-55DD-4302-BE17-A4CA990034D1}" vid="{B0420834-9C4A-4A12-ABE0-9CF7A9AB4E8E}"/>
    </a:ext>
  </a:extLst>
</a:theme>
</file>

<file path=ppt/theme/theme5.xml><?xml version="1.0" encoding="utf-8"?>
<a:theme xmlns:a="http://schemas.openxmlformats.org/drawingml/2006/main" name="1_COMPANY A_theme_v0">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QB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marL="216000" indent="-216000">
          <a:lnSpc>
            <a:spcPct val="90000"/>
          </a:lnSpc>
          <a:spcAft>
            <a:spcPts val="600"/>
          </a:spcAft>
          <a:buClr>
            <a:schemeClr val="accent1"/>
          </a:buClr>
          <a:buFont typeface="Arial" panose="020B0604020202020204" pitchFamily="34" charset="0"/>
          <a:buChar char="•"/>
          <a:defRPr sz="1400" dirty="0" err="1" smtClean="0"/>
        </a:defPPr>
      </a:lstStyle>
    </a:txDef>
  </a:objectDefaults>
  <a:extraClrSchemeLst/>
  <a:custClrLst>
    <a:custClr name="PMS526">
      <a:srgbClr val="70218A"/>
    </a:custClr>
    <a:custClr name="PMS200">
      <a:srgbClr val="BA0C2F"/>
    </a:custClr>
    <a:custClr name="PMS158">
      <a:srgbClr val="E87722"/>
    </a:custClr>
    <a:custClr name="PMS 347">
      <a:srgbClr val="009A44"/>
    </a:custClr>
    <a:custClr name="PMS376">
      <a:srgbClr val="84BD00"/>
    </a:custClr>
    <a:custClr name="PMS137">
      <a:srgbClr val="FFA300"/>
    </a:custClr>
    <a:custClr name="PMS2706">
      <a:srgbClr val="BDCAE7"/>
    </a:custClr>
    <a:custClr name="PMS Cool Grey 2">
      <a:srgbClr val="D0D0CE"/>
    </a:custClr>
    <a:custClr name="PMS628">
      <a:srgbClr val="BDE4E1"/>
    </a:custClr>
    <a:custClr name="PMS544">
      <a:srgbClr val="B7D6F1"/>
    </a:custClr>
  </a:custClrLst>
  <a:extLst>
    <a:ext uri="{05A4C25C-085E-4340-85A3-A5531E510DB2}">
      <thm15:themeFamily xmlns:thm15="http://schemas.microsoft.com/office/thememl/2012/main" name="COMPANY A PROGRAM A Capability Readiness - Final Deliverable_v1 0.pptx" id="{EBE942D2-9BB9-4CDA-B265-E7124213586E}" vid="{39926E2D-E5D5-4410-8956-F9AB599A1FF9}"/>
    </a:ext>
  </a:extLst>
</a:theme>
</file>

<file path=ppt/theme/theme6.xml><?xml version="1.0" encoding="utf-8"?>
<a:theme xmlns:a="http://schemas.openxmlformats.org/drawingml/2006/main" name="EY regular presentation 2010">
  <a:themeElements>
    <a:clrScheme name="EY light print">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Classification_x0020_Status xmlns="35818088-e62d-4edf-bbb6-409430aef268">Pending classification</Classification_x0020_Status>
    <EnablementKeywords xmlns="5ac3c4d1-eb9a-45c5-a28a-f7b868401e8d" xsi:nil="true"/>
    <k8128b1c45734e36a24fce652bc7ffb7 xmlns="50c908b1-f277-4340-90a9-4611d0b0f078">
      <Terms xmlns="http://schemas.microsoft.com/office/infopath/2007/PartnerControls">
        <TermInfo xmlns="http://schemas.microsoft.com/office/infopath/2007/PartnerControls">
          <TermName xmlns="http://schemas.microsoft.com/office/infopath/2007/PartnerControls">Performance Improvement</TermName>
          <TermId xmlns="http://schemas.microsoft.com/office/infopath/2007/PartnerControls">3b54a0c8-da9c-44ab-bdf1-8ad319138b7e</TermId>
        </TermInfo>
        <TermInfo xmlns="http://schemas.microsoft.com/office/infopath/2007/PartnerControls">
          <TermName xmlns="http://schemas.microsoft.com/office/infopath/2007/PartnerControls">Advanced Analytics</TermName>
          <TermId xmlns="http://schemas.microsoft.com/office/infopath/2007/PartnerControls">3ccb1b62-bc35-4be7-ba4a-b9c045d28843</TermId>
        </TermInfo>
        <TermInfo xmlns="http://schemas.microsoft.com/office/infopath/2007/PartnerControls">
          <TermName xmlns="http://schemas.microsoft.com/office/infopath/2007/PartnerControls">Predictive Analytics</TermName>
          <TermId xmlns="http://schemas.microsoft.com/office/infopath/2007/PartnerControls">9eecb2d7-de7f-407e-8423-4daf6081d3ec</TermId>
        </TermInfo>
        <TermInfo xmlns="http://schemas.microsoft.com/office/infopath/2007/PartnerControls">
          <TermName xmlns="http://schemas.microsoft.com/office/infopath/2007/PartnerControls">Machine Learning</TermName>
          <TermId xmlns="http://schemas.microsoft.com/office/infopath/2007/PartnerControls">a4841512-a73d-4108-a1e8-718869ea9afc</TermId>
        </TermInfo>
        <TermInfo xmlns="http://schemas.microsoft.com/office/infopath/2007/PartnerControls">
          <TermName xmlns="http://schemas.microsoft.com/office/infopath/2007/PartnerControls">Predictive Modeling</TermName>
          <TermId xmlns="http://schemas.microsoft.com/office/infopath/2007/PartnerControls">f4fb2e53-7c51-4967-8be2-10b30ac94967</TermId>
        </TermInfo>
        <TermInfo xmlns="http://schemas.microsoft.com/office/infopath/2007/PartnerControls">
          <TermName xmlns="http://schemas.microsoft.com/office/infopath/2007/PartnerControls">Statistical Analysis</TermName>
          <TermId xmlns="http://schemas.microsoft.com/office/infopath/2007/PartnerControls">1bbc4b32-7fad-458d-9c0b-123ed00aea64</TermId>
        </TermInfo>
        <TermInfo xmlns="http://schemas.microsoft.com/office/infopath/2007/PartnerControls">
          <TermName xmlns="http://schemas.microsoft.com/office/infopath/2007/PartnerControls">Non-Life</TermName>
          <TermId xmlns="http://schemas.microsoft.com/office/infopath/2007/PartnerControls">0d5ee15b-1207-420b-b130-0fe0924b4434</TermId>
        </TermInfo>
        <TermInfo xmlns="http://schemas.microsoft.com/office/infopath/2007/PartnerControls">
          <TermName xmlns="http://schemas.microsoft.com/office/infopath/2007/PartnerControls">Performance Improvement</TermName>
          <TermId xmlns="http://schemas.microsoft.com/office/infopath/2007/PartnerControls">3b54a0c8-da9c-44ab-bdf1-8ad319138b7e</TermId>
        </TermInfo>
        <TermInfo xmlns="http://schemas.microsoft.com/office/infopath/2007/PartnerControls">
          <TermName xmlns="http://schemas.microsoft.com/office/infopath/2007/PartnerControls">Advanced Analytics</TermName>
          <TermId xmlns="http://schemas.microsoft.com/office/infopath/2007/PartnerControls">3ccb1b62-bc35-4be7-ba4a-b9c045d28843</TermId>
        </TermInfo>
        <TermInfo xmlns="http://schemas.microsoft.com/office/infopath/2007/PartnerControls">
          <TermName xmlns="http://schemas.microsoft.com/office/infopath/2007/PartnerControls">Predictive Analytics</TermName>
          <TermId xmlns="http://schemas.microsoft.com/office/infopath/2007/PartnerControls">9eecb2d7-de7f-407e-8423-4daf6081d3ec</TermId>
        </TermInfo>
        <TermInfo xmlns="http://schemas.microsoft.com/office/infopath/2007/PartnerControls">
          <TermName xmlns="http://schemas.microsoft.com/office/infopath/2007/PartnerControls">Machine Learning</TermName>
          <TermId xmlns="http://schemas.microsoft.com/office/infopath/2007/PartnerControls">a4841512-a73d-4108-a1e8-718869ea9afc</TermId>
        </TermInfo>
        <TermInfo xmlns="http://schemas.microsoft.com/office/infopath/2007/PartnerControls">
          <TermName xmlns="http://schemas.microsoft.com/office/infopath/2007/PartnerControls">Predictive Modeling</TermName>
          <TermId xmlns="http://schemas.microsoft.com/office/infopath/2007/PartnerControls">f4fb2e53-7c51-4967-8be2-10b30ac94967</TermId>
        </TermInfo>
        <TermInfo xmlns="http://schemas.microsoft.com/office/infopath/2007/PartnerControls">
          <TermName xmlns="http://schemas.microsoft.com/office/infopath/2007/PartnerControls">Statistical Analysis</TermName>
          <TermId xmlns="http://schemas.microsoft.com/office/infopath/2007/PartnerControls">1bbc4b32-7fad-458d-9c0b-123ed00aea64</TermId>
        </TermInfo>
        <TermInfo xmlns="http://schemas.microsoft.com/office/infopath/2007/PartnerControls">
          <TermName xmlns="http://schemas.microsoft.com/office/infopath/2007/PartnerControls">Non-Life</TermName>
          <TermId xmlns="http://schemas.microsoft.com/office/infopath/2007/PartnerControls">0d5ee15b-1207-420b-b130-0fe0924b4434</TermId>
        </TermInfo>
      </Terms>
    </k8128b1c45734e36a24fce652bc7ffb7>
    <e0e024ccac5240e69ae9c38a41bfa7a5 xmlns="50c908b1-f277-4340-90a9-4611d0b0f078">
      <Terms xmlns="http://schemas.microsoft.com/office/infopath/2007/PartnerControls">
        <TermInfo xmlns="http://schemas.microsoft.com/office/infopath/2007/PartnerControls">
          <TermName xmlns="http://schemas.microsoft.com/office/infopath/2007/PartnerControls">Insurance</TermName>
          <TermId xmlns="http://schemas.microsoft.com/office/infopath/2007/PartnerControls">5b80bbc8-1abb-48eb-87d6-894c1651c290</TermId>
        </TermInfo>
        <TermInfo xmlns="http://schemas.microsoft.com/office/infopath/2007/PartnerControls">
          <TermName xmlns="http://schemas.microsoft.com/office/infopath/2007/PartnerControls">Insurance</TermName>
          <TermId xmlns="http://schemas.microsoft.com/office/infopath/2007/PartnerControls">5b80bbc8-1abb-48eb-87d6-894c1651c290</TermId>
        </TermInfo>
      </Terms>
    </e0e024ccac5240e69ae9c38a41bfa7a5>
    <PrimaryCV xmlns="5ac3c4d1-eb9a-45c5-a28a-f7b868401e8d">true</PrimaryCV>
    <TaxCatchAll xmlns="50c908b1-f277-4340-90a9-4611d0b0f078">
      <Value>1665</Value>
      <Value>1664</Value>
      <Value>150</Value>
      <Value>12</Value>
      <Value>34</Value>
      <Value>1100</Value>
      <Value>1129</Value>
      <Value>6</Value>
      <Value>1702</Value>
      <Value>1</Value>
      <Value>886</Value>
    </TaxCatchAll>
    <b4187e12891e46deb4d240a4b28bdb90 xmlns="50c908b1-f277-4340-90a9-4611d0b0f078">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556a818d-2fa5-4ece-a7c0-2ca1d2dc5c77</TermId>
        </TermInfo>
        <TermInfo xmlns="http://schemas.microsoft.com/office/infopath/2007/PartnerControls">
          <TermName xmlns="http://schemas.microsoft.com/office/infopath/2007/PartnerControls">English</TermName>
          <TermId xmlns="http://schemas.microsoft.com/office/infopath/2007/PartnerControls">556a818d-2fa5-4ece-a7c0-2ca1d2dc5c77</TermId>
        </TermInfo>
      </Terms>
    </b4187e12891e46deb4d240a4b28bdb90>
    <jc981bd8ab5b47fd91abb7684c0f405b xmlns="50c908b1-f277-4340-90a9-4611d0b0f078">
      <Terms xmlns="http://schemas.microsoft.com/office/infopath/2007/PartnerControls">
        <TermInfo xmlns="http://schemas.microsoft.com/office/infopath/2007/PartnerControls">
          <TermName xmlns="http://schemas.microsoft.com/office/infopath/2007/PartnerControls">New York</TermName>
          <TermId xmlns="http://schemas.microsoft.com/office/infopath/2007/PartnerControls">106b4ae0-8ef9-451b-8e2d-37dc4a077d44</TermId>
        </TermInfo>
        <TermInfo xmlns="http://schemas.microsoft.com/office/infopath/2007/PartnerControls">
          <TermName xmlns="http://schemas.microsoft.com/office/infopath/2007/PartnerControls">New York</TermName>
          <TermId xmlns="http://schemas.microsoft.com/office/infopath/2007/PartnerControls">106b4ae0-8ef9-451b-8e2d-37dc4a077d44</TermId>
        </TermInfo>
      </Terms>
    </jc981bd8ab5b47fd91abb7684c0f405b>
    <CVof xmlns="5ac3c4d1-eb9a-45c5-a28a-f7b868401e8d">
      <UserInfo>
        <DisplayName>Alexandre Truong</DisplayName>
        <AccountId>54458</AccountId>
        <AccountType/>
      </UserInfo>
    </CVof>
    <i14ea8bbd518495ea0e20ac1ad18c527 xmlns="50c908b1-f277-4340-90a9-4611d0b0f078">
      <Terms xmlns="http://schemas.microsoft.com/office/infopath/2007/PartnerControls">
        <TermInfo xmlns="http://schemas.microsoft.com/office/infopath/2007/PartnerControls">
          <TermName xmlns="http://schemas.microsoft.com/office/infopath/2007/PartnerControls">CV</TermName>
          <TermId xmlns="http://schemas.microsoft.com/office/infopath/2007/PartnerControls">d9e8f3fc-dc7d-453d-9df1-1e9e3502f833</TermId>
        </TermInfo>
      </Terms>
    </i14ea8bbd518495ea0e20ac1ad18c527>
    <ogea xmlns="49ead878-fd78-4048-b8b2-105abdb51426" xsi:nil="true"/>
    <tb0d xmlns="49ead878-fd78-4048-b8b2-105abdb51426" xsi:nil="true"/>
    <ce6z xmlns="49ead878-fd78-4048-b8b2-105abdb51426" xsi:nil="true"/>
  </documentManagement>
</p:properties>
</file>

<file path=customXml/item2.xml><?xml version="1.0" encoding="utf-8"?>
<?mso-contentType ?>
<SharedContentType xmlns="Microsoft.SharePoint.Taxonomy.ContentTypeSync" SourceId="33ef62f9-2e07-484b-bd79-00aec90129fe" ContentTypeId="0x010100826318CDA76982469C2C3CD2CD58474101" PreviousValue="false"/>
</file>

<file path=customXml/item3.xml><?xml version="1.0" encoding="utf-8"?>
<ct:contentTypeSchema xmlns:ct="http://schemas.microsoft.com/office/2006/metadata/contentType" xmlns:ma="http://schemas.microsoft.com/office/2006/metadata/properties/metaAttributes" ct:_="" ma:_="" ma:contentTypeName="EY CV" ma:contentTypeID="0x010100826318CDA76982469C2C3CD2CD5847410100DBFF5152FD78CE43BE193B8A1A4B983F008BB3565F0BA4AD43917984FD216E032E" ma:contentTypeVersion="17" ma:contentTypeDescription="EY Profile CV Content Type" ma:contentTypeScope="" ma:versionID="1754106f3609355ba09f762b1e566cd3">
  <xsd:schema xmlns:xsd="http://www.w3.org/2001/XMLSchema" xmlns:xs="http://www.w3.org/2001/XMLSchema" xmlns:p="http://schemas.microsoft.com/office/2006/metadata/properties" xmlns:ns2="50c908b1-f277-4340-90a9-4611d0b0f078" xmlns:ns3="35818088-e62d-4edf-bbb6-409430aef268" xmlns:ns4="5ac3c4d1-eb9a-45c5-a28a-f7b868401e8d" xmlns:ns5="49ead878-fd78-4048-b8b2-105abdb51426" targetNamespace="http://schemas.microsoft.com/office/2006/metadata/properties" ma:root="true" ma:fieldsID="54224356585bb8f53cef3cda312782cc" ns2:_="" ns3:_="" ns4:_="" ns5:_="">
    <xsd:import namespace="50c908b1-f277-4340-90a9-4611d0b0f078"/>
    <xsd:import namespace="35818088-e62d-4edf-bbb6-409430aef268"/>
    <xsd:import namespace="5ac3c4d1-eb9a-45c5-a28a-f7b868401e8d"/>
    <xsd:import namespace="49ead878-fd78-4048-b8b2-105abdb51426"/>
    <xsd:element name="properties">
      <xsd:complexType>
        <xsd:sequence>
          <xsd:element name="documentManagement">
            <xsd:complexType>
              <xsd:all>
                <xsd:element ref="ns2:i14ea8bbd518495ea0e20ac1ad18c527" minOccurs="0"/>
                <xsd:element ref="ns2:TaxCatchAll" minOccurs="0"/>
                <xsd:element ref="ns2:TaxCatchAllLabel" minOccurs="0"/>
                <xsd:element ref="ns2:k8128b1c45734e36a24fce652bc7ffb7" minOccurs="0"/>
                <xsd:element ref="ns2:jc981bd8ab5b47fd91abb7684c0f405b" minOccurs="0"/>
                <xsd:element ref="ns2:b4187e12891e46deb4d240a4b28bdb90" minOccurs="0"/>
                <xsd:element ref="ns3:ClassificationDataNoteField" minOccurs="0"/>
                <xsd:element ref="ns3:Classification_x0020_Status" minOccurs="0"/>
                <xsd:element ref="ns2:e0e024ccac5240e69ae9c38a41bfa7a5" minOccurs="0"/>
                <xsd:element ref="ns4:CVof"/>
                <xsd:element ref="ns4:PrimaryCV" minOccurs="0"/>
                <xsd:element ref="ns4:EnablementKeywords" minOccurs="0"/>
                <xsd:element ref="ns5:MediaServiceMetadata" minOccurs="0"/>
                <xsd:element ref="ns5:MediaServiceFastMetadata" minOccurs="0"/>
                <xsd:element ref="ns4:SharedWithUsers" minOccurs="0"/>
                <xsd:element ref="ns4:SharedWithDetails" minOccurs="0"/>
                <xsd:element ref="ns5:MediaServiceAutoTags" minOccurs="0"/>
                <xsd:element ref="ns5:MediaServiceDateTaken" minOccurs="0"/>
                <xsd:element ref="ns5:MediaServiceOCR" minOccurs="0"/>
                <xsd:element ref="ns5:ogea" minOccurs="0"/>
                <xsd:element ref="ns5:tb0d" minOccurs="0"/>
                <xsd:element ref="ns5:ce6z"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c908b1-f277-4340-90a9-4611d0b0f078" elementFormDefault="qualified">
    <xsd:import namespace="http://schemas.microsoft.com/office/2006/documentManagement/types"/>
    <xsd:import namespace="http://schemas.microsoft.com/office/infopath/2007/PartnerControls"/>
    <xsd:element name="i14ea8bbd518495ea0e20ac1ad18c527" ma:index="8" ma:taxonomy="true" ma:internalName="i14ea8bbd518495ea0e20ac1ad18c527" ma:taxonomyFieldName="EYContentType" ma:displayName="EY Content Type" ma:default="" ma:fieldId="{214ea8bb-d518-495e-a0e2-0ac1ad18c527}" ma:sspId="33ef62f9-2e07-484b-bd79-00aec90129fe" ma:termSetId="6505b3fe-eead-400a-9754-f8a94624a621"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6ea894d-dc1e-4076-8a14-b31970ed8424}" ma:internalName="TaxCatchAll" ma:showField="CatchAllData" ma:web="5ac3c4d1-eb9a-45c5-a28a-f7b868401e8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6ea894d-dc1e-4076-8a14-b31970ed8424}" ma:internalName="TaxCatchAllLabel" ma:readOnly="true" ma:showField="CatchAllDataLabel" ma:web="5ac3c4d1-eb9a-45c5-a28a-f7b868401e8d">
      <xsd:complexType>
        <xsd:complexContent>
          <xsd:extension base="dms:MultiChoiceLookup">
            <xsd:sequence>
              <xsd:element name="Value" type="dms:Lookup" maxOccurs="unbounded" minOccurs="0" nillable="true"/>
            </xsd:sequence>
          </xsd:extension>
        </xsd:complexContent>
      </xsd:complexType>
    </xsd:element>
    <xsd:element name="k8128b1c45734e36a24fce652bc7ffb7" ma:index="12" ma:taxonomy="true" ma:internalName="k8128b1c45734e36a24fce652bc7ffb7" ma:taxonomyFieldName="ServiceLineFunction" ma:displayName="Serviceline/Sub-serviceline" ma:default="" ma:fieldId="{48128b1c-4573-4e36-a24f-ce652bc7ffb7}" ma:taxonomyMulti="true" ma:sspId="33ef62f9-2e07-484b-bd79-00aec90129fe" ma:termSetId="a54bfafd-6ceb-41d3-a4cd-e00da9f478ef" ma:anchorId="00000000-0000-0000-0000-000000000000" ma:open="false" ma:isKeyword="false">
      <xsd:complexType>
        <xsd:sequence>
          <xsd:element ref="pc:Terms" minOccurs="0" maxOccurs="1"/>
        </xsd:sequence>
      </xsd:complexType>
    </xsd:element>
    <xsd:element name="jc981bd8ab5b47fd91abb7684c0f405b" ma:index="14" ma:taxonomy="true" ma:internalName="jc981bd8ab5b47fd91abb7684c0f405b" ma:taxonomyFieldName="GeographicApplicability" ma:displayName="Geographic Applicability" ma:default="" ma:fieldId="{3c981bd8-ab5b-47fd-91ab-b7684c0f405b}" ma:taxonomyMulti="true" ma:sspId="33ef62f9-2e07-484b-bd79-00aec90129fe" ma:termSetId="d4205efd-bf5c-4aee-a8ac-d84b5a7eb933" ma:anchorId="00000000-0000-0000-0000-000000000000" ma:open="false" ma:isKeyword="false">
      <xsd:complexType>
        <xsd:sequence>
          <xsd:element ref="pc:Terms" minOccurs="0" maxOccurs="1"/>
        </xsd:sequence>
      </xsd:complexType>
    </xsd:element>
    <xsd:element name="b4187e12891e46deb4d240a4b28bdb90" ma:index="16" nillable="true" ma:taxonomy="true" ma:internalName="b4187e12891e46deb4d240a4b28bdb90" ma:taxonomyFieldName="ContentLanguage" ma:displayName="Content Language" ma:default="" ma:fieldId="{b4187e12-891e-46de-b4d2-40a4b28bdb90}" ma:taxonomyMulti="true" ma:sspId="33ef62f9-2e07-484b-bd79-00aec90129fe" ma:termSetId="de7f4a9f-9315-4ba0-93d7-d7d3ca1129ab" ma:anchorId="00000000-0000-0000-0000-000000000000" ma:open="false" ma:isKeyword="false">
      <xsd:complexType>
        <xsd:sequence>
          <xsd:element ref="pc:Terms" minOccurs="0" maxOccurs="1"/>
        </xsd:sequence>
      </xsd:complexType>
    </xsd:element>
    <xsd:element name="e0e024ccac5240e69ae9c38a41bfa7a5" ma:index="20" nillable="true" ma:taxonomy="true" ma:internalName="e0e024ccac5240e69ae9c38a41bfa7a5" ma:taxonomyFieldName="Sector" ma:displayName="Sector" ma:default="" ma:fieldId="{e0e024cc-ac52-40e6-9ae9-c38a41bfa7a5}" ma:taxonomyMulti="true" ma:sspId="33ef62f9-2e07-484b-bd79-00aec90129fe" ma:termSetId="a2f97da7-e69b-4e00-a045-c556c68352c3"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5818088-e62d-4edf-bbb6-409430aef268" elementFormDefault="qualified">
    <xsd:import namespace="http://schemas.microsoft.com/office/2006/documentManagement/types"/>
    <xsd:import namespace="http://schemas.microsoft.com/office/infopath/2007/PartnerControls"/>
    <xsd:element name="ClassificationDataNoteField" ma:index="18" nillable="true" ma:displayName="ClassificationDataNoteField" ma:internalName="ClassificationDataNoteField" ma:readOnly="true">
      <xsd:simpleType>
        <xsd:restriction base="dms:Note"/>
      </xsd:simpleType>
    </xsd:element>
    <xsd:element name="Classification_x0020_Status" ma:index="19" nillable="true" ma:displayName="Classification Status" ma:internalName="Classification_x0020_Status"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ac3c4d1-eb9a-45c5-a28a-f7b868401e8d" elementFormDefault="qualified">
    <xsd:import namespace="http://schemas.microsoft.com/office/2006/documentManagement/types"/>
    <xsd:import namespace="http://schemas.microsoft.com/office/infopath/2007/PartnerControls"/>
    <xsd:element name="CVof" ma:index="22" ma:displayName="CV of" ma:indexed="true" ma:list="UserInfo" ma:SharePointGroup="0" ma:internalName="CVof"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PrimaryCV" ma:index="23" nillable="true" ma:displayName="Primary CV" ma:default="0" ma:internalName="PrimaryCV">
      <xsd:simpleType>
        <xsd:restriction base="dms:Boolean"/>
      </xsd:simpleType>
    </xsd:element>
    <xsd:element name="EnablementKeywords" ma:index="24" nillable="true" ma:displayName="Keywords" ma:description="Marketing, Digital Marketing, Digital Channels, Banking, Australian Banks, Product, Credit Cards, Home Loans, Personal Loans, Channel Management, Customer Analytics, Digital Analytics, Data Driven Marketing, Marketing Analytics, Adobe Analytics, Adobe, Adobe Target, Adobe Audience Manager" ma:format="Dropdown" ma:internalName="EnablementKeywords">
      <xsd:simpleType>
        <xsd:restriction base="dms:Note">
          <xsd:maxLength value="255"/>
        </xsd:restriction>
      </xsd:simpleType>
    </xsd:element>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9ead878-fd78-4048-b8b2-105abdb51426" elementFormDefault="qualified">
    <xsd:import namespace="http://schemas.microsoft.com/office/2006/documentManagement/types"/>
    <xsd:import namespace="http://schemas.microsoft.com/office/infopath/2007/PartnerControls"/>
    <xsd:element name="MediaServiceMetadata" ma:index="25" nillable="true" ma:displayName="MediaServiceMetadata" ma:hidden="true" ma:internalName="MediaServiceMetadata" ma:readOnly="true">
      <xsd:simpleType>
        <xsd:restriction base="dms:Note"/>
      </xsd:simpleType>
    </xsd:element>
    <xsd:element name="MediaServiceFastMetadata" ma:index="26" nillable="true" ma:displayName="MediaServiceFastMetadata" ma:hidden="true" ma:internalName="MediaServiceFastMetadata" ma:readOnly="true">
      <xsd:simpleType>
        <xsd:restriction base="dms:Note"/>
      </xsd:simpleType>
    </xsd:element>
    <xsd:element name="MediaServiceAutoTags" ma:index="29" nillable="true" ma:displayName="MediaServiceAutoTags" ma:internalName="MediaServiceAutoTags" ma:readOnly="true">
      <xsd:simpleType>
        <xsd:restriction base="dms:Text"/>
      </xsd:simpleType>
    </xsd:element>
    <xsd:element name="MediaServiceDateTaken" ma:index="30" nillable="true" ma:displayName="MediaServiceDateTaken" ma:hidden="true" ma:internalName="MediaServiceDateTaken" ma:readOnly="true">
      <xsd:simpleType>
        <xsd:restriction base="dms:Text"/>
      </xsd:simpleType>
    </xsd:element>
    <xsd:element name="MediaServiceOCR" ma:index="31" nillable="true" ma:displayName="MediaServiceOCR" ma:internalName="MediaServiceOCR" ma:readOnly="true">
      <xsd:simpleType>
        <xsd:restriction base="dms:Note">
          <xsd:maxLength value="255"/>
        </xsd:restriction>
      </xsd:simpleType>
    </xsd:element>
    <xsd:element name="ogea" ma:index="32" nillable="true" ma:displayName="Text" ma:internalName="ogea">
      <xsd:simpleType>
        <xsd:restriction base="dms:Text"/>
      </xsd:simpleType>
    </xsd:element>
    <xsd:element name="tb0d" ma:index="33" nillable="true" ma:displayName="Text" ma:internalName="tb0d">
      <xsd:simpleType>
        <xsd:restriction base="dms:Text"/>
      </xsd:simpleType>
    </xsd:element>
    <xsd:element name="ce6z" ma:index="34" nillable="true" ma:displayName="Text" ma:internalName="ce6z">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BBE71C-BAC2-40BD-AE06-02AC4DD945BC}">
  <ds:schemaRefs>
    <ds:schemaRef ds:uri="http://purl.org/dc/elements/1.1/"/>
    <ds:schemaRef ds:uri="49ead878-fd78-4048-b8b2-105abdb51426"/>
    <ds:schemaRef ds:uri="http://schemas.openxmlformats.org/package/2006/metadata/core-properties"/>
    <ds:schemaRef ds:uri="50c908b1-f277-4340-90a9-4611d0b0f078"/>
    <ds:schemaRef ds:uri="http://purl.org/dc/terms/"/>
    <ds:schemaRef ds:uri="35818088-e62d-4edf-bbb6-409430aef268"/>
    <ds:schemaRef ds:uri="http://schemas.microsoft.com/office/2006/documentManagement/types"/>
    <ds:schemaRef ds:uri="5ac3c4d1-eb9a-45c5-a28a-f7b868401e8d"/>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5AC0B0E0-0566-424B-AA7A-AA519A7DA684}">
  <ds:schemaRefs>
    <ds:schemaRef ds:uri="Microsoft.SharePoint.Taxonomy.ContentTypeSync"/>
  </ds:schemaRefs>
</ds:datastoreItem>
</file>

<file path=customXml/itemProps3.xml><?xml version="1.0" encoding="utf-8"?>
<ds:datastoreItem xmlns:ds="http://schemas.openxmlformats.org/officeDocument/2006/customXml" ds:itemID="{D414DBD0-5705-4C5E-9FA2-9FE15D9452C4}">
  <ds:schemaRefs>
    <ds:schemaRef ds:uri="35818088-e62d-4edf-bbb6-409430aef268"/>
    <ds:schemaRef ds:uri="49ead878-fd78-4048-b8b2-105abdb51426"/>
    <ds:schemaRef ds:uri="50c908b1-f277-4340-90a9-4611d0b0f078"/>
    <ds:schemaRef ds:uri="5ac3c4d1-eb9a-45c5-a28a-f7b868401e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BB7AF4E4-3840-4F4F-8696-567C66558D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EY PowerPoint Onscreen (Widescreen)</Template>
  <TotalTime>38</TotalTime>
  <Words>584</Words>
  <Application>Microsoft Office PowerPoint</Application>
  <PresentationFormat>Custom</PresentationFormat>
  <Paragraphs>43</Paragraphs>
  <Slides>1</Slides>
  <Notes>1</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1</vt:i4>
      </vt:variant>
    </vt:vector>
  </HeadingPairs>
  <TitlesOfParts>
    <vt:vector size="14" baseType="lpstr">
      <vt:lpstr>Arial</vt:lpstr>
      <vt:lpstr>Arial Unicode MS</vt:lpstr>
      <vt:lpstr>Calibri</vt:lpstr>
      <vt:lpstr>Comic Sans MS</vt:lpstr>
      <vt:lpstr>EYInterstate</vt:lpstr>
      <vt:lpstr>EYInterstate Light</vt:lpstr>
      <vt:lpstr>EY widescreen presentation 2015 v1</vt:lpstr>
      <vt:lpstr>EY light projection</vt:lpstr>
      <vt:lpstr>EY dark print</vt:lpstr>
      <vt:lpstr>EY dark projection</vt:lpstr>
      <vt:lpstr>1_COMPANY A_theme_v0</vt:lpstr>
      <vt:lpstr>EY regular presentation 2010</vt:lpstr>
      <vt:lpstr>think-cell Slide</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Alexandre Truong</dc:title>
  <dc:creator>Brahim Abdesslam</dc:creator>
  <cp:keywords>global; PowerPoint; Templates; ribbon; Branding Zone; branding; brand; office</cp:keywords>
  <cp:lastModifiedBy>Alexandre Truong</cp:lastModifiedBy>
  <cp:revision>35</cp:revision>
  <cp:lastPrinted>2016-11-08T16:18:50Z</cp:lastPrinted>
  <dcterms:created xsi:type="dcterms:W3CDTF">2016-09-23T08:52:00Z</dcterms:created>
  <dcterms:modified xsi:type="dcterms:W3CDTF">2025-05-07T15:18:04Z</dcterms:modified>
  <cp:contentStatus>Approved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0x010100826318CDA76982469C2C3CD2CD5847410100DBFF5152FD78CE43BE193B8A1A4B983F008BB3565F0BA4AD43917984FD216E032E</vt:lpwstr>
  </property>
  <property fmtid="{D5CDD505-2E9C-101B-9397-08002B2CF9AE}" pid="3" name="EYContentType">
    <vt:lpwstr>1;#CV|d9e8f3fc-dc7d-453d-9df1-1e9e3502f833</vt:lpwstr>
  </property>
  <property fmtid="{D5CDD505-2E9C-101B-9397-08002B2CF9AE}" pid="4" name="_dlc_DocIdItemGuid">
    <vt:lpwstr>9306f788-152a-47f1-b96b-f019e553767e</vt:lpwstr>
  </property>
  <property fmtid="{D5CDD505-2E9C-101B-9397-08002B2CF9AE}" pid="5" name="Sector">
    <vt:lpwstr>34;#Insurance|5b80bbc8-1abb-48eb-87d6-894c1651c290;#34;#Insurance|5b80bbc8-1abb-48eb-87d6-894c1651c290</vt:lpwstr>
  </property>
  <property fmtid="{D5CDD505-2E9C-101B-9397-08002B2CF9AE}" pid="6" name="GeographicApplicability">
    <vt:lpwstr>150;#New York|106b4ae0-8ef9-451b-8e2d-37dc4a077d44;#150;#New York|106b4ae0-8ef9-451b-8e2d-37dc4a077d44</vt:lpwstr>
  </property>
  <property fmtid="{D5CDD505-2E9C-101B-9397-08002B2CF9AE}" pid="7" name="ContentLanguage">
    <vt:lpwstr>6;#English|556a818d-2fa5-4ece-a7c0-2ca1d2dc5c77;#6;#English|556a818d-2fa5-4ece-a7c0-2ca1d2dc5c77</vt:lpwstr>
  </property>
  <property fmtid="{D5CDD505-2E9C-101B-9397-08002B2CF9AE}" pid="8" name="ServiceLineFunction">
    <vt:lpwstr>12;#Performance Improvement|3b54a0c8-da9c-44ab-bdf1-8ad319138b7e;#886;#Advanced Analytics|3ccb1b62-bc35-4be7-ba4a-b9c045d28843;#1702;#Predictive Analytics|9eecb2d7-de7f-407e-8423-4daf6081d3ec;#1129;#Machine Learning|a4841512-a73d-4108-a1e8-718869ea9afc;#1</vt:lpwstr>
  </property>
</Properties>
</file>