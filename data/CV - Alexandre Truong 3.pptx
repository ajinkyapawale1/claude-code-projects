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4.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5.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6.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5"/>
    <p:sldMasterId id="2147483708" r:id="rId6"/>
    <p:sldMasterId id="2147483680" r:id="rId7"/>
    <p:sldMasterId id="2147483694" r:id="rId8"/>
    <p:sldMasterId id="2147483805" r:id="rId9"/>
    <p:sldMasterId id="2147483823" r:id="rId10"/>
  </p:sldMasterIdLst>
  <p:notesMasterIdLst>
    <p:notesMasterId r:id="rId12"/>
  </p:notesMasterIdLst>
  <p:handoutMasterIdLst>
    <p:handoutMasterId r:id="rId13"/>
  </p:handoutMasterIdLst>
  <p:sldIdLst>
    <p:sldId id="386" r:id="rId11"/>
  </p:sldIdLst>
  <p:sldSz cx="12198350" cy="6858000"/>
  <p:notesSz cx="6797675" cy="9928225"/>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96" userDrawn="1">
          <p15:clr>
            <a:srgbClr val="A4A3A4"/>
          </p15:clr>
        </p15:guide>
        <p15:guide id="2" orient="horz" pos="664">
          <p15:clr>
            <a:srgbClr val="A4A3A4"/>
          </p15:clr>
        </p15:guide>
        <p15:guide id="3" orient="horz" pos="3864" userDrawn="1">
          <p15:clr>
            <a:srgbClr val="A4A3A4"/>
          </p15:clr>
        </p15:guide>
        <p15:guide id="4" orient="horz" pos="898">
          <p15:clr>
            <a:srgbClr val="A4A3A4"/>
          </p15:clr>
        </p15:guide>
        <p15:guide id="5" orient="horz" pos="126">
          <p15:clr>
            <a:srgbClr val="A4A3A4"/>
          </p15:clr>
        </p15:guide>
        <p15:guide id="6" orient="horz" pos="1258">
          <p15:clr>
            <a:srgbClr val="A4A3A4"/>
          </p15:clr>
        </p15:guide>
        <p15:guide id="7" orient="horz" pos="388">
          <p15:clr>
            <a:srgbClr val="A4A3A4"/>
          </p15:clr>
        </p15:guide>
        <p15:guide id="8" orient="horz" pos="4104" userDrawn="1">
          <p15:clr>
            <a:srgbClr val="A4A3A4"/>
          </p15:clr>
        </p15:guide>
        <p15:guide id="9" orient="horz" pos="4065" userDrawn="1">
          <p15:clr>
            <a:srgbClr val="A4A3A4"/>
          </p15:clr>
        </p15:guide>
        <p15:guide id="10" pos="3842">
          <p15:clr>
            <a:srgbClr val="A4A3A4"/>
          </p15:clr>
        </p15:guide>
        <p15:guide id="11" pos="384">
          <p15:clr>
            <a:srgbClr val="A4A3A4"/>
          </p15:clr>
        </p15:guide>
        <p15:guide id="12" pos="7299">
          <p15:clr>
            <a:srgbClr val="A4A3A4"/>
          </p15:clr>
        </p15:guide>
        <p15:guide id="13" pos="3905">
          <p15:clr>
            <a:srgbClr val="A4A3A4"/>
          </p15:clr>
        </p15:guide>
        <p15:guide id="14" pos="379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FFFFF"/>
    <a:srgbClr val="0A2C83"/>
    <a:srgbClr val="CBE300"/>
    <a:srgbClr val="D3D5DD"/>
    <a:srgbClr val="999999"/>
    <a:srgbClr val="E6E6E6"/>
    <a:srgbClr val="F0F0F0"/>
    <a:srgbClr val="C0C0C0"/>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2" y="72"/>
      </p:cViewPr>
      <p:guideLst>
        <p:guide orient="horz" pos="3096"/>
        <p:guide orient="horz" pos="664"/>
        <p:guide orient="horz" pos="3864"/>
        <p:guide orient="horz" pos="898"/>
        <p:guide orient="horz" pos="126"/>
        <p:guide orient="horz" pos="1258"/>
        <p:guide orient="horz" pos="388"/>
        <p:guide orient="horz" pos="4104"/>
        <p:guide orient="horz" pos="4065"/>
        <p:guide pos="3842"/>
        <p:guide pos="384"/>
        <p:guide pos="7299"/>
        <p:guide pos="3905"/>
        <p:guide pos="3791"/>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1.xml"/><Relationship Id="rId5" Type="http://schemas.openxmlformats.org/officeDocument/2006/relationships/slideMaster" Target="slideMasters/slideMaster1.xml"/><Relationship Id="rId15" Type="http://schemas.openxmlformats.org/officeDocument/2006/relationships/presProps" Target="presProps.xml"/><Relationship Id="rId10" Type="http://schemas.openxmlformats.org/officeDocument/2006/relationships/slideMaster" Target="slideMasters/slideMaster6.xml"/><Relationship Id="rId19"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Truong" userId="93e4df6e-6619-497d-8ed2-09ec1c2111b0" providerId="ADAL" clId="{6D7F0916-AA08-45AD-98A0-2BF85A2DFCA5}"/>
    <pc:docChg chg="undo custSel modSld">
      <pc:chgData name="Alexandre Truong" userId="93e4df6e-6619-497d-8ed2-09ec1c2111b0" providerId="ADAL" clId="{6D7F0916-AA08-45AD-98A0-2BF85A2DFCA5}" dt="2025-05-07T15:17:56.336" v="736" actId="108"/>
      <pc:docMkLst>
        <pc:docMk/>
      </pc:docMkLst>
      <pc:sldChg chg="addSp delSp modSp mod">
        <pc:chgData name="Alexandre Truong" userId="93e4df6e-6619-497d-8ed2-09ec1c2111b0" providerId="ADAL" clId="{6D7F0916-AA08-45AD-98A0-2BF85A2DFCA5}" dt="2025-05-07T15:17:56.336" v="736" actId="108"/>
        <pc:sldMkLst>
          <pc:docMk/>
          <pc:sldMk cId="3577324233" sldId="386"/>
        </pc:sldMkLst>
        <pc:spChg chg="mod">
          <ac:chgData name="Alexandre Truong" userId="93e4df6e-6619-497d-8ed2-09ec1c2111b0" providerId="ADAL" clId="{6D7F0916-AA08-45AD-98A0-2BF85A2DFCA5}" dt="2025-05-07T15:17:45.293" v="732" actId="21"/>
          <ac:spMkLst>
            <pc:docMk/>
            <pc:sldMk cId="3577324233" sldId="386"/>
            <ac:spMk id="18" creationId="{00000000-0000-0000-0000-000000000000}"/>
          </ac:spMkLst>
        </pc:spChg>
        <pc:spChg chg="mod">
          <ac:chgData name="Alexandre Truong" userId="93e4df6e-6619-497d-8ed2-09ec1c2111b0" providerId="ADAL" clId="{6D7F0916-AA08-45AD-98A0-2BF85A2DFCA5}" dt="2025-05-07T14:48:55.953" v="17" actId="20577"/>
          <ac:spMkLst>
            <pc:docMk/>
            <pc:sldMk cId="3577324233" sldId="386"/>
            <ac:spMk id="22" creationId="{00000000-0000-0000-0000-000000000000}"/>
          </ac:spMkLst>
        </pc:spChg>
        <pc:spChg chg="mod">
          <ac:chgData name="Alexandre Truong" userId="93e4df6e-6619-497d-8ed2-09ec1c2111b0" providerId="ADAL" clId="{6D7F0916-AA08-45AD-98A0-2BF85A2DFCA5}" dt="2025-05-07T15:17:56.336" v="736" actId="108"/>
          <ac:spMkLst>
            <pc:docMk/>
            <pc:sldMk cId="3577324233" sldId="386"/>
            <ac:spMk id="29" creationId="{00000000-0000-0000-0000-000000000000}"/>
          </ac:spMkLst>
        </pc:spChg>
        <pc:picChg chg="add del">
          <ac:chgData name="Alexandre Truong" userId="93e4df6e-6619-497d-8ed2-09ec1c2111b0" providerId="ADAL" clId="{6D7F0916-AA08-45AD-98A0-2BF85A2DFCA5}" dt="2025-05-07T14:48:49.871" v="4" actId="22"/>
          <ac:picMkLst>
            <pc:docMk/>
            <pc:sldMk cId="3577324233" sldId="386"/>
            <ac:picMk id="3" creationId="{C5E01D79-E542-96D1-89FB-CA563D0804D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2"/>
          </a:xfrm>
          <a:prstGeom prst="rect">
            <a:avLst/>
          </a:prstGeom>
        </p:spPr>
        <p:txBody>
          <a:bodyPr vert="horz" lIns="92492" tIns="46246" rIns="92492" bIns="46246" rtlCol="0"/>
          <a:lstStyle>
            <a:lvl1pPr algn="l">
              <a:defRPr sz="1200"/>
            </a:lvl1pPr>
          </a:lstStyle>
          <a:p>
            <a:endParaRPr lang="en-GB">
              <a:latin typeface="Arial" pitchFamily="34" charset="0"/>
            </a:endParaRPr>
          </a:p>
        </p:txBody>
      </p:sp>
      <p:sp>
        <p:nvSpPr>
          <p:cNvPr id="3" name="Date Placeholder 2"/>
          <p:cNvSpPr>
            <a:spLocks noGrp="1"/>
          </p:cNvSpPr>
          <p:nvPr>
            <p:ph type="dt" sz="quarter" idx="1"/>
          </p:nvPr>
        </p:nvSpPr>
        <p:spPr>
          <a:xfrm>
            <a:off x="3850444" y="0"/>
            <a:ext cx="2945659" cy="496412"/>
          </a:xfrm>
          <a:prstGeom prst="rect">
            <a:avLst/>
          </a:prstGeom>
        </p:spPr>
        <p:txBody>
          <a:bodyPr vert="horz" lIns="92492" tIns="46246" rIns="92492" bIns="46246" rtlCol="0"/>
          <a:lstStyle>
            <a:lvl1pPr algn="r">
              <a:defRPr sz="1200"/>
            </a:lvl1pPr>
          </a:lstStyle>
          <a:p>
            <a:fld id="{75A85089-C692-4DEA-AC49-04CF34D4FE14}" type="datetimeFigureOut">
              <a:rPr lang="en-GB" smtClean="0">
                <a:latin typeface="Arial" pitchFamily="34" charset="0"/>
              </a:rPr>
              <a:pPr/>
              <a:t>07/05/2025</a:t>
            </a:fld>
            <a:endParaRPr lang="en-GB">
              <a:latin typeface="Arial" pitchFamily="34" charset="0"/>
            </a:endParaRPr>
          </a:p>
        </p:txBody>
      </p:sp>
      <p:sp>
        <p:nvSpPr>
          <p:cNvPr id="4" name="Footer Placeholder 3"/>
          <p:cNvSpPr>
            <a:spLocks noGrp="1"/>
          </p:cNvSpPr>
          <p:nvPr>
            <p:ph type="ftr" sz="quarter" idx="2"/>
          </p:nvPr>
        </p:nvSpPr>
        <p:spPr>
          <a:xfrm>
            <a:off x="0" y="9430090"/>
            <a:ext cx="2945659" cy="496412"/>
          </a:xfrm>
          <a:prstGeom prst="rect">
            <a:avLst/>
          </a:prstGeom>
        </p:spPr>
        <p:txBody>
          <a:bodyPr vert="horz" lIns="92492" tIns="46246" rIns="92492" bIns="46246" rtlCol="0" anchor="b"/>
          <a:lstStyle>
            <a:lvl1pPr algn="l">
              <a:defRPr sz="1200"/>
            </a:lvl1pPr>
          </a:lstStyle>
          <a:p>
            <a:endParaRPr lang="en-GB">
              <a:latin typeface="Arial" pitchFamily="34" charset="0"/>
            </a:endParaRPr>
          </a:p>
        </p:txBody>
      </p:sp>
      <p:sp>
        <p:nvSpPr>
          <p:cNvPr id="5" name="Slide Number Placeholder 4"/>
          <p:cNvSpPr>
            <a:spLocks noGrp="1"/>
          </p:cNvSpPr>
          <p:nvPr>
            <p:ph type="sldNum" sz="quarter" idx="3"/>
          </p:nvPr>
        </p:nvSpPr>
        <p:spPr>
          <a:xfrm>
            <a:off x="3850444" y="9430090"/>
            <a:ext cx="2945659" cy="496412"/>
          </a:xfrm>
          <a:prstGeom prst="rect">
            <a:avLst/>
          </a:prstGeom>
        </p:spPr>
        <p:txBody>
          <a:bodyPr vert="horz" lIns="92492" tIns="46246" rIns="92492" bIns="46246" rtlCol="0" anchor="b"/>
          <a:lstStyle>
            <a:lvl1pPr algn="r">
              <a:defRPr sz="1200"/>
            </a:lvl1pPr>
          </a:lstStyle>
          <a:p>
            <a:fld id="{D3A5C721-4BB5-4DB6-AD65-4BA2A62B05B6}" type="slidenum">
              <a:rPr lang="en-GB" smtClean="0">
                <a:latin typeface="Arial" pitchFamily="34" charset="0"/>
              </a:rPr>
              <a:pPr/>
              <a:t>‹#›</a:t>
            </a:fld>
            <a:endParaRPr lang="en-GB">
              <a:latin typeface="Arial" pitchFamily="34" charset="0"/>
            </a:endParaRPr>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2"/>
          </a:xfrm>
          <a:prstGeom prst="rect">
            <a:avLst/>
          </a:prstGeom>
        </p:spPr>
        <p:txBody>
          <a:bodyPr vert="horz" lIns="92492" tIns="46246" rIns="92492" bIns="46246" rtlCol="0"/>
          <a:lstStyle>
            <a:lvl1pPr algn="l">
              <a:defRPr sz="1200">
                <a:latin typeface="Arial" pitchFamily="34" charset="0"/>
              </a:defRPr>
            </a:lvl1pPr>
          </a:lstStyle>
          <a:p>
            <a:endParaRPr lang="en-GB"/>
          </a:p>
        </p:txBody>
      </p:sp>
      <p:sp>
        <p:nvSpPr>
          <p:cNvPr id="3" name="Date Placeholder 2"/>
          <p:cNvSpPr>
            <a:spLocks noGrp="1"/>
          </p:cNvSpPr>
          <p:nvPr>
            <p:ph type="dt" idx="1"/>
          </p:nvPr>
        </p:nvSpPr>
        <p:spPr>
          <a:xfrm>
            <a:off x="3850444" y="0"/>
            <a:ext cx="2945659" cy="496412"/>
          </a:xfrm>
          <a:prstGeom prst="rect">
            <a:avLst/>
          </a:prstGeom>
        </p:spPr>
        <p:txBody>
          <a:bodyPr vert="horz" lIns="92492" tIns="46246" rIns="92492" bIns="46246" rtlCol="0"/>
          <a:lstStyle>
            <a:lvl1pPr algn="r">
              <a:defRPr sz="1200">
                <a:latin typeface="Arial" pitchFamily="34" charset="0"/>
              </a:defRPr>
            </a:lvl1pPr>
          </a:lstStyle>
          <a:p>
            <a:fld id="{8045EBA9-A28D-4849-BFEA-AA04F6A21B63}" type="datetimeFigureOut">
              <a:rPr lang="en-GB" smtClean="0"/>
              <a:pPr/>
              <a:t>07/05/2025</a:t>
            </a:fld>
            <a:endParaRPr lang="en-GB"/>
          </a:p>
        </p:txBody>
      </p:sp>
      <p:sp>
        <p:nvSpPr>
          <p:cNvPr id="4" name="Slide Image Placeholder 3"/>
          <p:cNvSpPr>
            <a:spLocks noGrp="1" noRot="1" noChangeAspect="1"/>
          </p:cNvSpPr>
          <p:nvPr>
            <p:ph type="sldImg" idx="2"/>
          </p:nvPr>
        </p:nvSpPr>
        <p:spPr>
          <a:xfrm>
            <a:off x="88900" y="744538"/>
            <a:ext cx="6619875" cy="3722687"/>
          </a:xfrm>
          <a:prstGeom prst="rect">
            <a:avLst/>
          </a:prstGeom>
          <a:noFill/>
          <a:ln w="12700">
            <a:solidFill>
              <a:prstClr val="black"/>
            </a:solidFill>
          </a:ln>
        </p:spPr>
        <p:txBody>
          <a:bodyPr vert="horz" lIns="92492" tIns="46246" rIns="92492" bIns="46246" rtlCol="0" anchor="ctr"/>
          <a:lstStyle/>
          <a:p>
            <a:endParaRPr lang="en-GB"/>
          </a:p>
        </p:txBody>
      </p:sp>
      <p:sp>
        <p:nvSpPr>
          <p:cNvPr id="5" name="Notes Placeholder 4"/>
          <p:cNvSpPr>
            <a:spLocks noGrp="1"/>
          </p:cNvSpPr>
          <p:nvPr>
            <p:ph type="body" sz="quarter" idx="3"/>
          </p:nvPr>
        </p:nvSpPr>
        <p:spPr>
          <a:xfrm>
            <a:off x="679768" y="4715907"/>
            <a:ext cx="5438140" cy="4467702"/>
          </a:xfrm>
          <a:prstGeom prst="rect">
            <a:avLst/>
          </a:prstGeom>
        </p:spPr>
        <p:txBody>
          <a:bodyPr vert="horz" lIns="92492" tIns="46246" rIns="92492" bIns="4624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30090"/>
            <a:ext cx="2945659" cy="496412"/>
          </a:xfrm>
          <a:prstGeom prst="rect">
            <a:avLst/>
          </a:prstGeom>
        </p:spPr>
        <p:txBody>
          <a:bodyPr vert="horz" lIns="92492" tIns="46246" rIns="92492" bIns="46246" rtlCol="0" anchor="b"/>
          <a:lstStyle>
            <a:lvl1pPr algn="l">
              <a:defRPr sz="1200">
                <a:latin typeface="Arial" pitchFamily="34" charset="0"/>
              </a:defRPr>
            </a:lvl1pPr>
          </a:lstStyle>
          <a:p>
            <a:endParaRPr lang="en-GB"/>
          </a:p>
        </p:txBody>
      </p:sp>
      <p:sp>
        <p:nvSpPr>
          <p:cNvPr id="7" name="Slide Number Placeholder 6"/>
          <p:cNvSpPr>
            <a:spLocks noGrp="1"/>
          </p:cNvSpPr>
          <p:nvPr>
            <p:ph type="sldNum" sz="quarter" idx="5"/>
          </p:nvPr>
        </p:nvSpPr>
        <p:spPr>
          <a:xfrm>
            <a:off x="3850444" y="9430090"/>
            <a:ext cx="2945659" cy="496412"/>
          </a:xfrm>
          <a:prstGeom prst="rect">
            <a:avLst/>
          </a:prstGeom>
        </p:spPr>
        <p:txBody>
          <a:bodyPr vert="horz" lIns="92492" tIns="46246" rIns="92492" bIns="46246" rtlCol="0" anchor="b"/>
          <a:lstStyle>
            <a:lvl1pPr algn="r">
              <a:defRPr sz="1200">
                <a:latin typeface="Arial" pitchFamily="34" charset="0"/>
              </a:defRPr>
            </a:lvl1pPr>
          </a:lstStyle>
          <a:p>
            <a:fld id="{5B43D19E-BFDB-4C92-8EDD-32EDDA8F41DF}" type="slidenum">
              <a:rPr lang="en-GB" smtClean="0"/>
              <a:pPr/>
              <a:t>‹#›</a:t>
            </a:fld>
            <a:endParaRPr lang="en-GB"/>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a:p>
        </p:txBody>
      </p:sp>
      <p:sp>
        <p:nvSpPr>
          <p:cNvPr id="6144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2100">
                <a:solidFill>
                  <a:schemeClr val="tx1"/>
                </a:solidFill>
                <a:latin typeface="EYInterstate Light" panose="02000506000000020004" pitchFamily="2" charset="0"/>
                <a:cs typeface="Arial" panose="020B0604020202020204" pitchFamily="34" charset="0"/>
              </a:defRPr>
            </a:lvl1pPr>
            <a:lvl2pPr marL="742950" indent="-285750" defTabSz="928688">
              <a:defRPr sz="2100">
                <a:solidFill>
                  <a:schemeClr val="tx1"/>
                </a:solidFill>
                <a:latin typeface="EYInterstate Light" panose="02000506000000020004" pitchFamily="2" charset="0"/>
                <a:cs typeface="Arial" panose="020B0604020202020204" pitchFamily="34" charset="0"/>
              </a:defRPr>
            </a:lvl2pPr>
            <a:lvl3pPr marL="1143000" indent="-228600" defTabSz="928688">
              <a:defRPr sz="2100">
                <a:solidFill>
                  <a:schemeClr val="tx1"/>
                </a:solidFill>
                <a:latin typeface="EYInterstate Light" panose="02000506000000020004" pitchFamily="2" charset="0"/>
                <a:cs typeface="Arial" panose="020B0604020202020204" pitchFamily="34" charset="0"/>
              </a:defRPr>
            </a:lvl3pPr>
            <a:lvl4pPr marL="1600200" indent="-228600" defTabSz="928688">
              <a:defRPr sz="2100">
                <a:solidFill>
                  <a:schemeClr val="tx1"/>
                </a:solidFill>
                <a:latin typeface="EYInterstate Light" panose="02000506000000020004" pitchFamily="2" charset="0"/>
                <a:cs typeface="Arial" panose="020B0604020202020204" pitchFamily="34" charset="0"/>
              </a:defRPr>
            </a:lvl4pPr>
            <a:lvl5pPr marL="2057400" indent="-228600" defTabSz="928688">
              <a:defRPr sz="2100">
                <a:solidFill>
                  <a:schemeClr val="tx1"/>
                </a:solidFill>
                <a:latin typeface="EYInterstate Light" panose="02000506000000020004" pitchFamily="2" charset="0"/>
                <a:cs typeface="Arial" panose="020B0604020202020204" pitchFamily="34" charset="0"/>
              </a:defRPr>
            </a:lvl5pPr>
            <a:lvl6pPr marL="2514600" indent="-228600" defTabSz="928688" eaLnBrk="0" fontAlgn="base" hangingPunct="0">
              <a:spcBef>
                <a:spcPct val="0"/>
              </a:spcBef>
              <a:spcAft>
                <a:spcPct val="0"/>
              </a:spcAft>
              <a:defRPr sz="2100">
                <a:solidFill>
                  <a:schemeClr val="tx1"/>
                </a:solidFill>
                <a:latin typeface="EYInterstate Light" panose="02000506000000020004" pitchFamily="2" charset="0"/>
                <a:cs typeface="Arial" panose="020B0604020202020204" pitchFamily="34" charset="0"/>
              </a:defRPr>
            </a:lvl6pPr>
            <a:lvl7pPr marL="2971800" indent="-228600" defTabSz="928688" eaLnBrk="0" fontAlgn="base" hangingPunct="0">
              <a:spcBef>
                <a:spcPct val="0"/>
              </a:spcBef>
              <a:spcAft>
                <a:spcPct val="0"/>
              </a:spcAft>
              <a:defRPr sz="2100">
                <a:solidFill>
                  <a:schemeClr val="tx1"/>
                </a:solidFill>
                <a:latin typeface="EYInterstate Light" panose="02000506000000020004" pitchFamily="2" charset="0"/>
                <a:cs typeface="Arial" panose="020B0604020202020204" pitchFamily="34" charset="0"/>
              </a:defRPr>
            </a:lvl7pPr>
            <a:lvl8pPr marL="3429000" indent="-228600" defTabSz="928688" eaLnBrk="0" fontAlgn="base" hangingPunct="0">
              <a:spcBef>
                <a:spcPct val="0"/>
              </a:spcBef>
              <a:spcAft>
                <a:spcPct val="0"/>
              </a:spcAft>
              <a:defRPr sz="2100">
                <a:solidFill>
                  <a:schemeClr val="tx1"/>
                </a:solidFill>
                <a:latin typeface="EYInterstate Light" panose="02000506000000020004" pitchFamily="2" charset="0"/>
                <a:cs typeface="Arial" panose="020B0604020202020204" pitchFamily="34" charset="0"/>
              </a:defRPr>
            </a:lvl8pPr>
            <a:lvl9pPr marL="3886200" indent="-228600" defTabSz="928688" eaLnBrk="0" fontAlgn="base" hangingPunct="0">
              <a:spcBef>
                <a:spcPct val="0"/>
              </a:spcBef>
              <a:spcAft>
                <a:spcPct val="0"/>
              </a:spcAft>
              <a:defRPr sz="2100">
                <a:solidFill>
                  <a:schemeClr val="tx1"/>
                </a:solidFill>
                <a:latin typeface="EYInterstate Light" panose="02000506000000020004" pitchFamily="2" charset="0"/>
                <a:cs typeface="Arial" panose="020B0604020202020204" pitchFamily="34" charset="0"/>
              </a:defRPr>
            </a:lvl9pPr>
          </a:lstStyle>
          <a:p>
            <a:fld id="{320CDB9D-21E0-4009-B510-9BC2B226533B}" type="slidenum">
              <a:rPr lang="en-GB" altLang="fr-FR" sz="1000" smtClean="0">
                <a:latin typeface="EYInterstate" panose="02000503020000020004" pitchFamily="2" charset="0"/>
              </a:rPr>
              <a:pPr/>
              <a:t>1</a:t>
            </a:fld>
            <a:endParaRPr lang="en-GB" altLang="fr-FR" sz="1000">
              <a:latin typeface="EYInterstate" panose="02000503020000020004" pitchFamily="2" charset="0"/>
            </a:endParaRPr>
          </a:p>
        </p:txBody>
      </p:sp>
    </p:spTree>
    <p:extLst>
      <p:ext uri="{BB962C8B-B14F-4D97-AF65-F5344CB8AC3E}">
        <p14:creationId xmlns:p14="http://schemas.microsoft.com/office/powerpoint/2010/main" val="26959206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wmf"/><Relationship Id="rId1" Type="http://schemas.openxmlformats.org/officeDocument/2006/relationships/slideMaster" Target="../slideMasters/slideMaster2.xml"/><Relationship Id="rId4" Type="http://schemas.openxmlformats.org/officeDocument/2006/relationships/image" Target="../media/image8.w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wmf"/><Relationship Id="rId1" Type="http://schemas.openxmlformats.org/officeDocument/2006/relationships/slideMaster" Target="../slideMasters/slideMaster3.xml"/><Relationship Id="rId4" Type="http://schemas.openxmlformats.org/officeDocument/2006/relationships/image" Target="../media/image12.wmf"/></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emf"/><Relationship Id="rId1" Type="http://schemas.openxmlformats.org/officeDocument/2006/relationships/slideMaster" Target="../slideMasters/slideMaster3.xml"/><Relationship Id="rId4" Type="http://schemas.openxmlformats.org/officeDocument/2006/relationships/image" Target="../media/image12.wmf"/></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5.xml"/><Relationship Id="rId4" Type="http://schemas.openxmlformats.org/officeDocument/2006/relationships/image" Target="../media/image23.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3.xml"/><Relationship Id="rId4" Type="http://schemas.openxmlformats.org/officeDocument/2006/relationships/image" Target="../media/image29.emf"/></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xml"/><Relationship Id="rId4" Type="http://schemas.openxmlformats.org/officeDocument/2006/relationships/image" Target="../media/image20.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xml"/><Relationship Id="rId4" Type="http://schemas.openxmlformats.org/officeDocument/2006/relationships/image" Target="../media/image20.emf"/></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7.xml"/><Relationship Id="rId6" Type="http://schemas.openxmlformats.org/officeDocument/2006/relationships/image" Target="../media/image4.emf"/><Relationship Id="rId5" Type="http://schemas.openxmlformats.org/officeDocument/2006/relationships/image" Target="../media/image31.emf"/><Relationship Id="rId4" Type="http://schemas.openxmlformats.org/officeDocument/2006/relationships/image" Target="../media/image30.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8.xml"/><Relationship Id="rId4" Type="http://schemas.openxmlformats.org/officeDocument/2006/relationships/image" Target="../media/image30.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9.xml"/><Relationship Id="rId4" Type="http://schemas.openxmlformats.org/officeDocument/2006/relationships/image" Target="../media/image30.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10.xml"/><Relationship Id="rId4" Type="http://schemas.openxmlformats.org/officeDocument/2006/relationships/image" Target="../media/image30.emf"/></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11.xml"/><Relationship Id="rId4" Type="http://schemas.openxmlformats.org/officeDocument/2006/relationships/image" Target="../media/image30.emf"/></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12.xml"/><Relationship Id="rId4" Type="http://schemas.openxmlformats.org/officeDocument/2006/relationships/image" Target="../media/image30.emf"/></Relationships>
</file>

<file path=ppt/slideLayouts/_rels/slideLayout10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13.xml"/><Relationship Id="rId5" Type="http://schemas.openxmlformats.org/officeDocument/2006/relationships/image" Target="../media/image32.jpeg"/><Relationship Id="rId4" Type="http://schemas.openxmlformats.org/officeDocument/2006/relationships/image" Target="../media/image30.emf"/></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14.xml"/><Relationship Id="rId5" Type="http://schemas.openxmlformats.org/officeDocument/2006/relationships/image" Target="../media/image31.emf"/><Relationship Id="rId4" Type="http://schemas.openxmlformats.org/officeDocument/2006/relationships/image" Target="../media/image30.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15.xml"/><Relationship Id="rId4" Type="http://schemas.openxmlformats.org/officeDocument/2006/relationships/image" Target="../media/image30.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16.xml"/><Relationship Id="rId4" Type="http://schemas.openxmlformats.org/officeDocument/2006/relationships/image" Target="../media/image30.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17.xml"/><Relationship Id="rId4" Type="http://schemas.openxmlformats.org/officeDocument/2006/relationships/image" Target="../media/image30.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18.xml"/><Relationship Id="rId4" Type="http://schemas.openxmlformats.org/officeDocument/2006/relationships/image" Target="../media/image30.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19.xml"/><Relationship Id="rId4" Type="http://schemas.openxmlformats.org/officeDocument/2006/relationships/image" Target="../media/image30.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13"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a:solidFill>
                <a:schemeClr val="tx1"/>
              </a:solidFill>
              <a:latin typeface="EYInterstate Light" panose="02000506000000020004" pitchFamily="2" charset="0"/>
            </a:endParaRPr>
          </a:p>
        </p:txBody>
      </p:sp>
      <p:sp>
        <p:nvSpPr>
          <p:cNvPr id="8" name="Title 1"/>
          <p:cNvSpPr>
            <a:spLocks noGrp="1"/>
          </p:cNvSpPr>
          <p:nvPr>
            <p:ph type="ctrTitle"/>
          </p:nvPr>
        </p:nvSpPr>
        <p:spPr>
          <a:xfrm>
            <a:off x="4151376" y="2240280"/>
            <a:ext cx="7223760" cy="860400"/>
          </a:xfrm>
        </p:spPr>
        <p:txBody>
          <a:bodyPr/>
          <a:lstStyle>
            <a:lvl1pPr>
              <a:defRPr>
                <a:solidFill>
                  <a:srgbClr val="404040"/>
                </a:solidFill>
                <a:latin typeface="EYInterstate Light" panose="02000506000000020004" pitchFamily="2" charset="0"/>
                <a:cs typeface="Arial" pitchFamily="34" charset="0"/>
              </a:defRPr>
            </a:lvl1pPr>
          </a:lstStyle>
          <a:p>
            <a:r>
              <a:rPr lang="fr-FR"/>
              <a:t>Modifiez le style du titre</a:t>
            </a:r>
            <a:endParaRPr lang="en-GB"/>
          </a:p>
        </p:txBody>
      </p:sp>
      <p:sp>
        <p:nvSpPr>
          <p:cNvPr id="10"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fr-FR"/>
              <a:t>Modifiez le style des sous-titres du masque</a:t>
            </a:r>
            <a:endParaRPr lang="en-GB"/>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81676" y="5339038"/>
            <a:ext cx="987552" cy="11569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beam (legacy)">
    <p:spTree>
      <p:nvGrpSpPr>
        <p:cNvPr id="1" name=""/>
        <p:cNvGrpSpPr/>
        <p:nvPr/>
      </p:nvGrpSpPr>
      <p:grpSpPr>
        <a:xfrm>
          <a:off x="0" y="0"/>
          <a:ext cx="0" cy="0"/>
          <a:chOff x="0" y="0"/>
          <a:chExt cx="0" cy="0"/>
        </a:xfrm>
      </p:grpSpPr>
      <p:grpSp>
        <p:nvGrpSpPr>
          <p:cNvPr id="10" name="Group 9"/>
          <p:cNvGrpSpPr/>
          <p:nvPr userDrawn="1"/>
        </p:nvGrpSpPr>
        <p:grpSpPr>
          <a:xfrm>
            <a:off x="0" y="1628775"/>
            <a:ext cx="12198350" cy="4469625"/>
            <a:chOff x="0" y="1628775"/>
            <a:chExt cx="12198350" cy="4469625"/>
          </a:xfrm>
        </p:grpSpPr>
        <p:sp>
          <p:nvSpPr>
            <p:cNvPr id="12" name="Freeform 8"/>
            <p:cNvSpPr>
              <a:spLocks/>
            </p:cNvSpPr>
            <p:nvPr userDrawn="1"/>
          </p:nvSpPr>
          <p:spPr bwMode="gray">
            <a:xfrm>
              <a:off x="3072661"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EYInterstate Light" panose="02000506000000020004" pitchFamily="2" charset="0"/>
              </a:endParaRPr>
            </a:p>
          </p:txBody>
        </p:sp>
        <p:pic>
          <p:nvPicPr>
            <p:cNvPr id="14" name="Picture 2"/>
            <p:cNvPicPr>
              <a:picLocks noChangeAspect="1" noChangeArrowheads="1"/>
            </p:cNvPicPr>
            <p:nvPr userDrawn="1"/>
          </p:nvPicPr>
          <p:blipFill>
            <a:blip r:embed="rId2" cstate="print"/>
            <a:srcRect/>
            <a:stretch>
              <a:fillRect/>
            </a:stretch>
          </p:blipFill>
          <p:spPr bwMode="auto">
            <a:xfrm>
              <a:off x="0" y="4291200"/>
              <a:ext cx="3078523" cy="1807200"/>
            </a:xfrm>
            <a:prstGeom prst="rect">
              <a:avLst/>
            </a:prstGeom>
            <a:noFill/>
            <a:ln w="9525">
              <a:noFill/>
              <a:miter lim="800000"/>
              <a:headEnd/>
              <a:tailEnd/>
            </a:ln>
            <a:effectLst/>
          </p:spPr>
        </p:pic>
      </p:grpSp>
      <p:sp>
        <p:nvSpPr>
          <p:cNvPr id="8" name="Title 1"/>
          <p:cNvSpPr>
            <a:spLocks noGrp="1"/>
          </p:cNvSpPr>
          <p:nvPr>
            <p:ph type="ctrTitle"/>
          </p:nvPr>
        </p:nvSpPr>
        <p:spPr>
          <a:xfrm>
            <a:off x="3081528" y="777600"/>
            <a:ext cx="8509385" cy="860400"/>
          </a:xfrm>
        </p:spPr>
        <p:txBody>
          <a:bodyPr/>
          <a:lstStyle>
            <a:lvl1pPr>
              <a:defRPr>
                <a:solidFill>
                  <a:schemeClr val="bg1"/>
                </a:solidFill>
                <a:latin typeface="EYInterstate Light" panose="02000506000000020004" pitchFamily="2" charset="0"/>
              </a:defRPr>
            </a:lvl1pPr>
          </a:lstStyle>
          <a:p>
            <a:r>
              <a:rPr lang="fr-FR"/>
              <a:t>Modifiez le style du titre</a:t>
            </a:r>
            <a:endParaRPr lang="en-GB"/>
          </a:p>
        </p:txBody>
      </p:sp>
      <p:sp>
        <p:nvSpPr>
          <p:cNvPr id="9" name="Subtitle 2"/>
          <p:cNvSpPr>
            <a:spLocks noGrp="1"/>
          </p:cNvSpPr>
          <p:nvPr>
            <p:ph type="subTitle" idx="1"/>
          </p:nvPr>
        </p:nvSpPr>
        <p:spPr>
          <a:xfrm>
            <a:off x="3081528" y="1731938"/>
            <a:ext cx="6222953" cy="968400"/>
          </a:xfrm>
        </p:spPr>
        <p:txBody>
          <a:bodyPr/>
          <a:lstStyle>
            <a:lvl1pPr marL="0" indent="0" algn="l">
              <a:buNone/>
              <a:defRPr sz="2000">
                <a:solidFill>
                  <a:schemeClr val="bg1"/>
                </a:solidFill>
                <a:latin typeface="EYInterstate Light" panose="02000506000000020004" pitchFamily="2" charset="0"/>
              </a:defRPr>
            </a:lvl1pPr>
            <a:lvl2pPr marL="0" indent="0" algn="l">
              <a:buNone/>
              <a:defRPr sz="16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fr-FR"/>
              <a:t>Modifiez le style des sous-titres du masque</a:t>
            </a:r>
            <a:endParaRPr lang="en-GB"/>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81528" y="5751576"/>
            <a:ext cx="989153" cy="749808"/>
          </a:xfrm>
          <a:prstGeom prst="rect">
            <a:avLst/>
          </a:prstGeom>
        </p:spPr>
      </p:pic>
    </p:spTree>
    <p:extLst>
      <p:ext uri="{BB962C8B-B14F-4D97-AF65-F5344CB8AC3E}">
        <p14:creationId xmlns:p14="http://schemas.microsoft.com/office/powerpoint/2010/main" val="1981045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EYInterstate Light" panose="02000506000000020004" pitchFamily="2" charset="0"/>
              </a:defRPr>
            </a:lvl1pPr>
          </a:lstStyle>
          <a:p>
            <a:r>
              <a:rPr lang="fr-FR"/>
              <a:t>Modifiez le style du titre</a:t>
            </a:r>
            <a:endParaRPr lang="en-GB"/>
          </a:p>
        </p:txBody>
      </p:sp>
      <p:sp>
        <p:nvSpPr>
          <p:cNvPr id="3" name="Content Placeholder 2"/>
          <p:cNvSpPr>
            <a:spLocks noGrp="1"/>
          </p:cNvSpPr>
          <p:nvPr>
            <p:ph idx="1"/>
          </p:nvPr>
        </p:nvSpPr>
        <p:spPr>
          <a:xfrm>
            <a:off x="609918" y="1425600"/>
            <a:ext cx="10978515" cy="4700016"/>
          </a:xfrm>
        </p:spPr>
        <p:txBody>
          <a:bodyPr/>
          <a:lstStyle>
            <a:lvl1pPr>
              <a:defRPr>
                <a:latin typeface="EYInterstate Light" panose="02000506000000020004" pitchFamily="2" charset="0"/>
              </a:defRPr>
            </a:lvl1pPr>
            <a:lvl2pPr>
              <a:defRPr>
                <a:latin typeface="EYInterstate Light" panose="02000506000000020004" pitchFamily="2" charset="0"/>
              </a:defRPr>
            </a:lvl2pPr>
            <a:lvl3pPr>
              <a:defRPr>
                <a:latin typeface="EYInterstate Light" panose="02000506000000020004" pitchFamily="2" charset="0"/>
              </a:defRPr>
            </a:lvl3pPr>
            <a:lvl4pPr>
              <a:defRPr>
                <a:latin typeface="EYInterstate Light" panose="02000506000000020004" pitchFamily="2" charset="0"/>
              </a:defRPr>
            </a:lvl4pPr>
            <a:lvl5pPr>
              <a:defRPr>
                <a:latin typeface="EYInterstate Light" panose="02000506000000020004" pitchFamily="2"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5" name="Date Placeholder 4"/>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9" name="Footer Placeholder 8"/>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EYInterstate Light" panose="02000506000000020004" pitchFamily="2" charset="0"/>
              </a:defRPr>
            </a:lvl1pPr>
          </a:lstStyle>
          <a:p>
            <a:r>
              <a:rPr lang="fr-FR"/>
              <a:t>Modifiez le style du titre</a:t>
            </a:r>
            <a:endParaRPr lang="en-GB"/>
          </a:p>
        </p:txBody>
      </p:sp>
      <p:sp>
        <p:nvSpPr>
          <p:cNvPr id="3" name="Content Placeholder 2"/>
          <p:cNvSpPr>
            <a:spLocks noGrp="1"/>
          </p:cNvSpPr>
          <p:nvPr>
            <p:ph idx="1"/>
          </p:nvPr>
        </p:nvSpPr>
        <p:spPr/>
        <p:txBody>
          <a:bodyPr/>
          <a:lstStyle>
            <a:lvl1pPr marL="0" indent="0">
              <a:spcBef>
                <a:spcPts val="0"/>
              </a:spcBef>
              <a:buNone/>
              <a:defRPr>
                <a:latin typeface="EYInterstate Light" panose="02000506000000020004" pitchFamily="2" charset="0"/>
              </a:defRPr>
            </a:lvl1pPr>
            <a:lvl2pPr marL="0" indent="0">
              <a:spcBef>
                <a:spcPts val="0"/>
              </a:spcBef>
              <a:buNone/>
              <a:defRPr>
                <a:latin typeface="EYInterstate Light" panose="02000506000000020004" pitchFamily="2" charset="0"/>
              </a:defRPr>
            </a:lvl2pPr>
            <a:lvl3pPr marL="0" indent="0">
              <a:spcBef>
                <a:spcPts val="0"/>
              </a:spcBef>
              <a:buNone/>
              <a:defRPr>
                <a:latin typeface="EYInterstate Light" panose="02000506000000020004" pitchFamily="2" charset="0"/>
              </a:defRPr>
            </a:lvl3pPr>
            <a:lvl4pPr marL="0" indent="0">
              <a:spcBef>
                <a:spcPts val="0"/>
              </a:spcBef>
              <a:buNone/>
              <a:defRPr>
                <a:latin typeface="EYInterstate Light" panose="02000506000000020004" pitchFamily="2" charset="0"/>
              </a:defRPr>
            </a:lvl4pPr>
            <a:lvl5pPr marL="0" indent="0">
              <a:spcBef>
                <a:spcPts val="0"/>
              </a:spcBef>
              <a:buNone/>
              <a:defRPr>
                <a:latin typeface="EYInterstate Light" panose="02000506000000020004" pitchFamily="2"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4" name="Date Placeholder 3"/>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6" name="Footer Placeholder 5"/>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886118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EYInterstate Light" panose="02000506000000020004" pitchFamily="2" charset="0"/>
              </a:defRPr>
            </a:lvl1pPr>
          </a:lstStyle>
          <a:p>
            <a:r>
              <a:rPr lang="fr-FR"/>
              <a:t>Modifiez le style du titre</a:t>
            </a:r>
            <a:endParaRPr lang="en-GB"/>
          </a:p>
        </p:txBody>
      </p:sp>
      <p:sp>
        <p:nvSpPr>
          <p:cNvPr id="3" name="Content Placeholder 2"/>
          <p:cNvSpPr>
            <a:spLocks noGrp="1"/>
          </p:cNvSpPr>
          <p:nvPr>
            <p:ph idx="1"/>
          </p:nvPr>
        </p:nvSpPr>
        <p:spPr/>
        <p:txBody>
          <a:bodyPr/>
          <a:lstStyle>
            <a:lvl1pPr marL="0" indent="0">
              <a:buNone/>
              <a:defRPr>
                <a:latin typeface="EYInterstate Light" panose="02000506000000020004" pitchFamily="2" charset="0"/>
              </a:defRPr>
            </a:lvl1pPr>
            <a:lvl2pPr marL="356616">
              <a:defRPr>
                <a:latin typeface="EYInterstate Light" panose="02000506000000020004" pitchFamily="2" charset="0"/>
              </a:defRPr>
            </a:lvl2pPr>
            <a:lvl3pPr marL="713232">
              <a:defRPr>
                <a:latin typeface="EYInterstate Light" panose="02000506000000020004" pitchFamily="2" charset="0"/>
              </a:defRPr>
            </a:lvl3pPr>
            <a:lvl4pPr marL="1069848">
              <a:defRPr>
                <a:latin typeface="EYInterstate Light" panose="02000506000000020004" pitchFamily="2" charset="0"/>
              </a:defRPr>
            </a:lvl4pPr>
            <a:lvl5pPr marL="1426464">
              <a:defRPr>
                <a:latin typeface="EYInterstate Light" panose="02000506000000020004" pitchFamily="2"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4" name="Date Placeholder 3"/>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6" name="Footer Placeholder 5"/>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4119179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latin typeface="EYInterstate Light" panose="02000506000000020004" pitchFamily="2" charset="0"/>
              </a:defRPr>
            </a:lvl1pPr>
          </a:lstStyle>
          <a:p>
            <a:r>
              <a:rPr lang="fr-FR"/>
              <a:t>Modifiez le style du titre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3" name="Date Placeholder 2"/>
          <p:cNvSpPr>
            <a:spLocks noGrp="1"/>
          </p:cNvSpPr>
          <p:nvPr>
            <p:ph type="dt" sz="half" idx="10"/>
          </p:nvPr>
        </p:nvSpPr>
        <p:spPr/>
        <p:txBody>
          <a:bodyPr/>
          <a:lstStyle>
            <a:lvl1pPr>
              <a:defRPr>
                <a:solidFill>
                  <a:schemeClr val="bg1"/>
                </a:solidFill>
                <a:latin typeface="EYInterstate Light" panose="02000506000000020004" pitchFamily="2" charset="0"/>
              </a:defRPr>
            </a:lvl1pPr>
          </a:lstStyle>
          <a:p>
            <a:r>
              <a:rPr lang="en-US"/>
              <a:t>1 January 2014</a:t>
            </a:r>
          </a:p>
        </p:txBody>
      </p:sp>
      <p:sp>
        <p:nvSpPr>
          <p:cNvPr id="4" name="Footer Placeholder 3"/>
          <p:cNvSpPr>
            <a:spLocks noGrp="1"/>
          </p:cNvSpPr>
          <p:nvPr>
            <p:ph type="ftr" sz="quarter" idx="11"/>
          </p:nvPr>
        </p:nvSpPr>
        <p:spPr/>
        <p:txBody>
          <a:bodyPr/>
          <a:lstStyle>
            <a:lvl1pPr>
              <a:defRPr>
                <a:solidFill>
                  <a:schemeClr val="bg1"/>
                </a:solidFill>
                <a:latin typeface="EYInterstate Light" panose="02000506000000020004" pitchFamily="2" charset="0"/>
              </a:defRPr>
            </a:lvl1pPr>
          </a:lstStyle>
          <a:p>
            <a:r>
              <a:rPr lang="en-GB"/>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fr-FR"/>
              <a:t>Modifiez le style du titre</a:t>
            </a:r>
            <a:endParaRPr lang="en-GB"/>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3" name="Date Placeholder 2"/>
          <p:cNvSpPr>
            <a:spLocks noGrp="1"/>
          </p:cNvSpPr>
          <p:nvPr>
            <p:ph type="dt" sz="half" idx="10"/>
          </p:nvPr>
        </p:nvSpPr>
        <p:spPr/>
        <p:txBody>
          <a:bodyPr/>
          <a:lstStyle>
            <a:lvl1pPr>
              <a:defRPr>
                <a:solidFill>
                  <a:schemeClr val="bg1"/>
                </a:solidFill>
              </a:defRPr>
            </a:lvl1pPr>
          </a:lstStyle>
          <a:p>
            <a:r>
              <a:rPr lang="en-US"/>
              <a:t>1 January 2014</a:t>
            </a:r>
          </a:p>
        </p:txBody>
      </p:sp>
      <p:sp>
        <p:nvSpPr>
          <p:cNvPr id="4" name="Footer Placeholder 3"/>
          <p:cNvSpPr>
            <a:spLocks noGrp="1"/>
          </p:cNvSpPr>
          <p:nvPr>
            <p:ph type="ftr" sz="quarter" idx="11"/>
          </p:nvPr>
        </p:nvSpPr>
        <p:spPr/>
        <p:txBody>
          <a:bodyPr/>
          <a:lstStyle>
            <a:lvl1pPr>
              <a:defRPr>
                <a:solidFill>
                  <a:schemeClr val="bg1"/>
                </a:solidFill>
              </a:defRPr>
            </a:lvl1pPr>
          </a:lstStyle>
          <a:p>
            <a:r>
              <a:rPr lang="en-GB"/>
              <a:t>Presentation title</a:t>
            </a:r>
          </a:p>
        </p:txBody>
      </p:sp>
    </p:spTree>
    <p:extLst>
      <p:ext uri="{BB962C8B-B14F-4D97-AF65-F5344CB8AC3E}">
        <p14:creationId xmlns:p14="http://schemas.microsoft.com/office/powerpoint/2010/main" val="340413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latin typeface="EYInterstate Light" panose="02000506000000020004" pitchFamily="2" charset="0"/>
              </a:defRPr>
            </a:lvl1pPr>
          </a:lstStyle>
          <a:p>
            <a:r>
              <a:rPr lang="fr-FR"/>
              <a:t>Modifiez le style du titre</a:t>
            </a:r>
            <a:endParaRPr lang="en-GB"/>
          </a:p>
        </p:txBody>
      </p:sp>
      <p:sp>
        <p:nvSpPr>
          <p:cNvPr id="3" name="Content Placeholder 2"/>
          <p:cNvSpPr>
            <a:spLocks noGrp="1"/>
          </p:cNvSpPr>
          <p:nvPr>
            <p:ph sz="half" idx="1"/>
          </p:nvPr>
        </p:nvSpPr>
        <p:spPr>
          <a:xfrm>
            <a:off x="609917" y="1425575"/>
            <a:ext cx="5387605" cy="4700589"/>
          </a:xfrm>
        </p:spPr>
        <p:txBody>
          <a:bodyPr/>
          <a:lstStyle>
            <a:lvl1pPr>
              <a:defRPr sz="2400">
                <a:solidFill>
                  <a:schemeClr val="bg1"/>
                </a:solidFill>
                <a:latin typeface="EYInterstate Light" panose="02000506000000020004" pitchFamily="2" charset="0"/>
              </a:defRPr>
            </a:lvl1pPr>
            <a:lvl2pPr>
              <a:defRPr sz="2400">
                <a:solidFill>
                  <a:schemeClr val="bg1"/>
                </a:solidFill>
                <a:latin typeface="EYInterstate Light" panose="02000506000000020004" pitchFamily="2" charset="0"/>
              </a:defRPr>
            </a:lvl2pPr>
            <a:lvl3pPr>
              <a:defRPr sz="2000">
                <a:solidFill>
                  <a:schemeClr val="bg1"/>
                </a:solidFill>
                <a:latin typeface="EYInterstate Light" panose="02000506000000020004" pitchFamily="2" charset="0"/>
              </a:defRPr>
            </a:lvl3pPr>
            <a:lvl4pPr>
              <a:defRPr sz="1800">
                <a:solidFill>
                  <a:schemeClr val="bg1"/>
                </a:solidFill>
                <a:latin typeface="EYInterstate Light" panose="02000506000000020004" pitchFamily="2" charset="0"/>
              </a:defRPr>
            </a:lvl4pPr>
            <a:lvl5pPr>
              <a:defRPr sz="1800">
                <a:solidFill>
                  <a:schemeClr val="bg1"/>
                </a:solidFill>
                <a:latin typeface="EYInterstate Light" panose="02000506000000020004" pitchFamily="2" charset="0"/>
              </a:defRPr>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Content Placeholder 3"/>
          <p:cNvSpPr>
            <a:spLocks noGrp="1"/>
          </p:cNvSpPr>
          <p:nvPr>
            <p:ph sz="half" idx="2"/>
          </p:nvPr>
        </p:nvSpPr>
        <p:spPr>
          <a:xfrm>
            <a:off x="6200828" y="1425575"/>
            <a:ext cx="5387605" cy="4700589"/>
          </a:xfr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lang="en-US" sz="2400" kern="1200" dirty="0" smtClean="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lang="en-US" sz="2400" kern="1200" dirty="0" smtClean="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lang="en-US" sz="2000" kern="1200" dirty="0" smtClean="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lang="en-US" sz="1800" kern="1200" dirty="0" smtClean="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lang="en-GB" sz="1800" kern="1200" dirty="0">
                <a:solidFill>
                  <a:schemeClr val="bg1"/>
                </a:solidFill>
                <a:latin typeface="EYInterstate Light" panose="02000506000000020004" pitchFamily="2" charset="0"/>
                <a:ea typeface="+mn-ea"/>
                <a:cs typeface="+mn-cs"/>
              </a:defRPr>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12"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5" name="Date Placeholder 4"/>
          <p:cNvSpPr>
            <a:spLocks noGrp="1"/>
          </p:cNvSpPr>
          <p:nvPr>
            <p:ph type="dt" sz="half" idx="10"/>
          </p:nvPr>
        </p:nvSpPr>
        <p:spPr/>
        <p:txBody>
          <a:bodyPr/>
          <a:lstStyle>
            <a:lvl1pPr>
              <a:defRPr>
                <a:solidFill>
                  <a:schemeClr val="bg1"/>
                </a:solidFill>
                <a:latin typeface="EYInterstate Light" panose="02000506000000020004" pitchFamily="2" charset="0"/>
              </a:defRPr>
            </a:lvl1pPr>
          </a:lstStyle>
          <a:p>
            <a:r>
              <a:rPr lang="en-US"/>
              <a:t>1 January 2014</a:t>
            </a:r>
          </a:p>
        </p:txBody>
      </p:sp>
      <p:sp>
        <p:nvSpPr>
          <p:cNvPr id="7" name="Footer Placeholder 6"/>
          <p:cNvSpPr>
            <a:spLocks noGrp="1"/>
          </p:cNvSpPr>
          <p:nvPr>
            <p:ph type="ftr" sz="quarter" idx="11"/>
          </p:nvPr>
        </p:nvSpPr>
        <p:spPr/>
        <p:txBody>
          <a:bodyPr/>
          <a:lstStyle>
            <a:lvl1pPr>
              <a:defRPr>
                <a:solidFill>
                  <a:schemeClr val="bg1"/>
                </a:solidFill>
                <a:latin typeface="EYInterstate Light" panose="02000506000000020004" pitchFamily="2" charset="0"/>
              </a:defRPr>
            </a:lvl1pPr>
          </a:lstStyle>
          <a:p>
            <a:r>
              <a:rPr lang="en-GB"/>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GB"/>
          </a:p>
        </p:txBody>
      </p:sp>
      <p:sp>
        <p:nvSpPr>
          <p:cNvPr id="3" name="Content Placeholder 2"/>
          <p:cNvSpPr>
            <a:spLocks noGrp="1"/>
          </p:cNvSpPr>
          <p:nvPr>
            <p:ph sz="half" idx="1"/>
          </p:nvPr>
        </p:nvSpPr>
        <p:spPr>
          <a:xfrm>
            <a:off x="612648" y="2130551"/>
            <a:ext cx="5393208" cy="3995928"/>
          </a:xfrm>
        </p:spPr>
        <p:txBody>
          <a:bodyPr/>
          <a:lstStyle>
            <a:lvl1pPr>
              <a:defRPr sz="2400"/>
            </a:lvl1pPr>
            <a:lvl2pPr>
              <a:defRPr sz="2400"/>
            </a:lvl2pPr>
            <a:lvl3pPr marL="1081088" indent="-357188">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Content Placeholder 3"/>
          <p:cNvSpPr>
            <a:spLocks noGrp="1"/>
          </p:cNvSpPr>
          <p:nvPr>
            <p:ph sz="half" idx="2"/>
          </p:nvPr>
        </p:nvSpPr>
        <p:spPr>
          <a:xfrm>
            <a:off x="6199632" y="2130551"/>
            <a:ext cx="5393208" cy="3995928"/>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0" name="Text Placeholder 9"/>
          <p:cNvSpPr>
            <a:spLocks noGrp="1"/>
          </p:cNvSpPr>
          <p:nvPr>
            <p:ph type="body" sz="quarter" idx="12"/>
          </p:nvPr>
        </p:nvSpPr>
        <p:spPr>
          <a:xfrm>
            <a:off x="612648" y="1427144"/>
            <a:ext cx="5393208" cy="640800"/>
          </a:xfrm>
        </p:spPr>
        <p:txBody>
          <a:bodyPr anchor="t" anchorCtr="0"/>
          <a:lstStyle>
            <a:lvl1pPr>
              <a:buNone/>
              <a:defRPr b="1"/>
            </a:lvl1pPr>
          </a:lstStyle>
          <a:p>
            <a:pPr lvl="0"/>
            <a:r>
              <a:rPr lang="fr-FR"/>
              <a:t>Modifiez les styles du texte du masque</a:t>
            </a:r>
          </a:p>
        </p:txBody>
      </p:sp>
      <p:sp>
        <p:nvSpPr>
          <p:cNvPr id="11" name="Text Placeholder 9"/>
          <p:cNvSpPr>
            <a:spLocks noGrp="1"/>
          </p:cNvSpPr>
          <p:nvPr>
            <p:ph type="body" sz="quarter" idx="13"/>
          </p:nvPr>
        </p:nvSpPr>
        <p:spPr>
          <a:xfrm>
            <a:off x="6199632" y="1427144"/>
            <a:ext cx="5393208" cy="640800"/>
          </a:xfrm>
        </p:spPr>
        <p:txBody>
          <a:bodyPr anchor="t" anchorCtr="0"/>
          <a:lstStyle>
            <a:lvl1pPr>
              <a:buNone/>
              <a:defRPr b="1"/>
            </a:lvl1pPr>
          </a:lstStyle>
          <a:p>
            <a:pPr lvl="0"/>
            <a:r>
              <a:rPr lang="fr-FR"/>
              <a:t>Modifiez les styles du texte du masque</a:t>
            </a:r>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5" name="Date Placeholder 4"/>
          <p:cNvSpPr>
            <a:spLocks noGrp="1"/>
          </p:cNvSpPr>
          <p:nvPr>
            <p:ph type="dt" sz="half" idx="14"/>
          </p:nvPr>
        </p:nvSpPr>
        <p:spPr/>
        <p:txBody>
          <a:bodyPr/>
          <a:lstStyle/>
          <a:p>
            <a:r>
              <a:rPr lang="en-US"/>
              <a:t>1 January 2014</a:t>
            </a:r>
          </a:p>
        </p:txBody>
      </p:sp>
      <p:sp>
        <p:nvSpPr>
          <p:cNvPr id="7" name="Footer Placeholder 6"/>
          <p:cNvSpPr>
            <a:spLocks noGrp="1"/>
          </p:cNvSpPr>
          <p:nvPr>
            <p:ph type="ftr" sz="quarter" idx="15"/>
          </p:nvPr>
        </p:nvSpPr>
        <p:spPr/>
        <p:txBody>
          <a:bodyPr/>
          <a:lstStyle/>
          <a:p>
            <a:r>
              <a:rPr lang="en-GB"/>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EYInterstate Light" panose="02000506000000020004" pitchFamily="2" charset="0"/>
              </a:defRPr>
            </a:lvl1pPr>
            <a:lvl2pPr marL="0" indent="0">
              <a:buNone/>
              <a:defRPr/>
            </a:lvl2pPr>
            <a:lvl3pPr marL="0" indent="0">
              <a:buNone/>
              <a:defRPr/>
            </a:lvl3pPr>
            <a:lvl4pPr marL="0" indent="0">
              <a:buNone/>
              <a:defRPr/>
            </a:lvl4pPr>
            <a:lvl5pPr marL="0" indent="0">
              <a:buNone/>
              <a:defRPr/>
            </a:lvl5pPr>
          </a:lstStyle>
          <a:p>
            <a:pPr lvl="0"/>
            <a:r>
              <a:rPr lang="fr-FR"/>
              <a:t>Modifiez les styles du texte du masque</a:t>
            </a:r>
          </a:p>
        </p:txBody>
      </p:sp>
      <p:sp>
        <p:nvSpPr>
          <p:cNvPr id="5"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2" name="Date Placeholder 1"/>
          <p:cNvSpPr>
            <a:spLocks noGrp="1"/>
          </p:cNvSpPr>
          <p:nvPr>
            <p:ph type="dt" sz="half" idx="12"/>
          </p:nvPr>
        </p:nvSpPr>
        <p:spPr/>
        <p:txBody>
          <a:bodyPr/>
          <a:lstStyle>
            <a:lvl1pPr>
              <a:defRPr>
                <a:solidFill>
                  <a:schemeClr val="bg1"/>
                </a:solidFill>
                <a:latin typeface="EYInterstate Light" panose="02000506000000020004" pitchFamily="2" charset="0"/>
              </a:defRPr>
            </a:lvl1pPr>
          </a:lstStyle>
          <a:p>
            <a:r>
              <a:rPr lang="en-US"/>
              <a:t>1 January 2014</a:t>
            </a:r>
          </a:p>
        </p:txBody>
      </p:sp>
      <p:sp>
        <p:nvSpPr>
          <p:cNvPr id="4" name="Footer Placeholder 3"/>
          <p:cNvSpPr>
            <a:spLocks noGrp="1"/>
          </p:cNvSpPr>
          <p:nvPr>
            <p:ph type="ftr" sz="quarter" idx="13"/>
          </p:nvPr>
        </p:nvSpPr>
        <p:spPr/>
        <p:txBody>
          <a:bodyPr/>
          <a:lstStyle>
            <a:lvl1pPr>
              <a:defRPr>
                <a:solidFill>
                  <a:schemeClr val="bg1"/>
                </a:solidFill>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3913011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latin typeface="EYInterstate Light" panose="02000506000000020004" pitchFamily="2" charset="0"/>
              </a:defRPr>
            </a:lvl1pPr>
          </a:lstStyle>
          <a:p>
            <a:pPr lvl="0" algn="l" fontAlgn="base">
              <a:lnSpc>
                <a:spcPct val="85000"/>
              </a:lnSpc>
              <a:spcAft>
                <a:spcPct val="0"/>
              </a:spcAft>
            </a:pPr>
            <a:r>
              <a:rPr lang="fr-FR"/>
              <a:t>Modifiez le style du titre</a:t>
            </a:r>
            <a:endParaRPr lang="en-US"/>
          </a:p>
        </p:txBody>
      </p:sp>
      <p:sp>
        <p:nvSpPr>
          <p:cNvPr id="4102"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EYInterstate Light" panose="02000506000000020004" pitchFamily="2" charset="0"/>
            </a:endParaRPr>
          </a:p>
        </p:txBody>
      </p:sp>
      <p:sp>
        <p:nvSpPr>
          <p:cNvPr id="2" name="Date Placeholder 1"/>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3" name="Footer Placeholder 2"/>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19999408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fr-FR"/>
              <a:t>Modifiez le style du titre</a:t>
            </a:r>
            <a:endParaRPr lang="en-US"/>
          </a:p>
        </p:txBody>
      </p:sp>
      <p:sp>
        <p:nvSpPr>
          <p:cNvPr id="7"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fr-FR"/>
              <a:t>Modifiez le style du titre</a:t>
            </a:r>
            <a:endParaRPr lang="en-US"/>
          </a:p>
        </p:txBody>
      </p:sp>
      <p:sp>
        <p:nvSpPr>
          <p:cNvPr id="7"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fr-FR"/>
              <a:t>Modifiez le style du titre</a:t>
            </a:r>
            <a:endParaRPr lang="en-US"/>
          </a:p>
        </p:txBody>
      </p:sp>
      <p:sp>
        <p:nvSpPr>
          <p:cNvPr id="7" name="Freeform 6"/>
          <p:cNvSpPr>
            <a:spLocks noChangeAspect="1"/>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5385244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fr-FR"/>
              <a:t>Modifiez le style du titre</a:t>
            </a:r>
            <a:endParaRPr lang="en-US"/>
          </a:p>
        </p:txBody>
      </p:sp>
      <p:sp>
        <p:nvSpPr>
          <p:cNvPr id="7" name="Freeform 6"/>
          <p:cNvSpPr>
            <a:spLocks noChangeAspect="1"/>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duotone>
                <a:schemeClr val="accent2">
                  <a:shade val="45000"/>
                  <a:satMod val="135000"/>
                </a:schemeClr>
                <a:prstClr val="white"/>
              </a:duotone>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488939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800" y="6245352"/>
            <a:ext cx="10978515" cy="0"/>
          </a:xfrm>
          <a:prstGeom prst="line">
            <a:avLst/>
          </a:prstGeom>
          <a:noFill/>
          <a:ln w="3175">
            <a:solidFill>
              <a:srgbClr val="808080"/>
            </a:solidFill>
            <a:round/>
            <a:headEnd/>
            <a:tailEnd/>
          </a:ln>
          <a:effectLst/>
        </p:spPr>
        <p:txBody>
          <a:bodyPr wrap="none" anchor="ctr"/>
          <a:lstStyle/>
          <a:p>
            <a:endParaRPr lang="en-US" noProof="0">
              <a:solidFill>
                <a:schemeClr val="bg1"/>
              </a:solidFill>
            </a:endParaRPr>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3506808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a:p>
        </p:txBody>
      </p:sp>
    </p:spTree>
    <p:extLst>
      <p:ext uri="{BB962C8B-B14F-4D97-AF65-F5344CB8AC3E}">
        <p14:creationId xmlns:p14="http://schemas.microsoft.com/office/powerpoint/2010/main" val="10900077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4" name="TextBox 3"/>
          <p:cNvSpPr txBox="1"/>
          <p:nvPr userDrawn="1"/>
        </p:nvSpPr>
        <p:spPr bwMode="gray">
          <a:xfrm>
            <a:off x="624744" y="620575"/>
            <a:ext cx="5476550" cy="2351250"/>
          </a:xfrm>
          <a:prstGeom prst="rect">
            <a:avLst/>
          </a:prstGeom>
          <a:noFill/>
        </p:spPr>
        <p:txBody>
          <a:bodyPr wrap="square" lIns="0" tIns="0" rIns="0" bIns="0" rtlCol="0">
            <a:noAutofit/>
          </a:bodyPr>
          <a:lstStyle/>
          <a:p>
            <a:pPr marL="0" marR="0" lvl="0" indent="0" algn="l" defTabSz="1088584" rtl="0" eaLnBrk="1" fontAlgn="auto" latinLnBrk="0" hangingPunct="1">
              <a:lnSpc>
                <a:spcPct val="100000"/>
              </a:lnSpc>
              <a:spcBef>
                <a:spcPts val="0"/>
              </a:spcBef>
              <a:spcAft>
                <a:spcPts val="1400"/>
              </a:spcAft>
              <a:buClrTx/>
              <a:buSzTx/>
              <a:buFont typeface="Arial" pitchFamily="34" charset="0"/>
              <a:buNone/>
              <a:tabLst/>
              <a:defRPr/>
            </a:pPr>
            <a:r>
              <a:rPr kumimoji="0" lang="en-US" sz="14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EY</a:t>
            </a:r>
            <a:r>
              <a:rPr kumimoji="0" lang="en-GB" sz="14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 | Assurance | Tax | Transactions | Advisory</a:t>
            </a:r>
          </a:p>
          <a:p>
            <a:pPr marL="0" marR="0" lvl="3" indent="0" algn="l" defTabSz="1088584" rtl="0" eaLnBrk="1" fontAlgn="auto" latinLnBrk="0" hangingPunct="1">
              <a:lnSpc>
                <a:spcPct val="100000"/>
              </a:lnSpc>
              <a:spcBef>
                <a:spcPts val="0"/>
              </a:spcBef>
              <a:spcAft>
                <a:spcPts val="1400"/>
              </a:spcAft>
              <a:buClrTx/>
              <a:buSzPct val="75000"/>
              <a:buFontTx/>
              <a:buNone/>
              <a:tabLst/>
              <a:defRPr/>
            </a:pPr>
            <a:r>
              <a:rPr kumimoji="0" lang="en-GB" sz="14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Ernst &amp; Young LLP</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 2015 Ernst &amp; Young LLP. Published in the UK.</a:t>
            </a:r>
            <a:br>
              <a:rPr kumimoji="0" lang="en-GB"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br>
            <a:r>
              <a:rPr kumimoji="0" lang="en-GB" sz="1100" b="0" i="0" u="none" strike="noStrike" kern="1200" cap="none" spc="-12" normalizeH="0" baseline="0" noProof="0">
                <a:ln>
                  <a:noFill/>
                </a:ln>
                <a:solidFill>
                  <a:schemeClr val="bg1"/>
                </a:solidFill>
                <a:effectLst/>
                <a:uLnTx/>
                <a:uFillTx/>
                <a:latin typeface="EYInterstate Light" panose="02000506000000020004" pitchFamily="2" charset="0"/>
                <a:ea typeface="+mn-ea"/>
                <a:cs typeface="+mn-cs"/>
              </a:rPr>
              <a:t>All Rights Reserved.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The UK firm Ernst &amp; Young LLP is a limited liability partnership registered in England and Wales</a:t>
            </a:r>
            <a:b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br>
            <a: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with registered number OC300001 and is a member firm of Ernst &amp; Young Global Limited.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Ernst &amp; Young LLP, 1 More London Place, London, SE1 2AF.</a:t>
            </a:r>
          </a:p>
          <a:p>
            <a:pPr marL="0" marR="0" lvl="3" indent="0" algn="l" defTabSz="1088584" rtl="0" eaLnBrk="1" fontAlgn="auto" latinLnBrk="0" hangingPunct="1">
              <a:lnSpc>
                <a:spcPct val="100000"/>
              </a:lnSpc>
              <a:spcBef>
                <a:spcPts val="0"/>
              </a:spcBef>
              <a:spcAft>
                <a:spcPts val="522"/>
              </a:spcAft>
              <a:buClrTx/>
              <a:buSzPct val="75000"/>
              <a:buFontTx/>
              <a:buNone/>
              <a:tabLst/>
              <a:defRPr/>
            </a:pPr>
            <a:r>
              <a:rPr kumimoji="0" lang="en-GB" sz="13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ey.com</a:t>
            </a:r>
            <a:endParaRPr kumimoji="0" lang="en-GB"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30754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55583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83065" y="5340096"/>
            <a:ext cx="987552" cy="1156968"/>
          </a:xfrm>
          <a:prstGeom prst="rect">
            <a:avLst/>
          </a:prstGeom>
        </p:spPr>
      </p:pic>
      <p:sp>
        <p:nvSpPr>
          <p:cNvPr id="9"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a:solidFill>
                <a:schemeClr val="tx1"/>
              </a:solidFill>
              <a:latin typeface="EYInterstate Light" panose="02000506000000020004" pitchFamily="2" charset="0"/>
            </a:endParaRPr>
          </a:p>
        </p:txBody>
      </p:sp>
      <p:sp>
        <p:nvSpPr>
          <p:cNvPr id="10" name="Title 1"/>
          <p:cNvSpPr>
            <a:spLocks noGrp="1"/>
          </p:cNvSpPr>
          <p:nvPr>
            <p:ph type="ctrTitle"/>
          </p:nvPr>
        </p:nvSpPr>
        <p:spPr>
          <a:xfrm>
            <a:off x="4151376" y="2240280"/>
            <a:ext cx="7223760" cy="860400"/>
          </a:xfr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spTree>
    <p:extLst>
      <p:ext uri="{BB962C8B-B14F-4D97-AF65-F5344CB8AC3E}">
        <p14:creationId xmlns:p14="http://schemas.microsoft.com/office/powerpoint/2010/main" val="36741581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8" name="Freeform 5"/>
          <p:cNvSpPr>
            <a:spLocks noChangeAspect="1"/>
          </p:cNvSpPr>
          <p:nvPr userDrawn="1"/>
        </p:nvSpPr>
        <p:spPr bwMode="gray">
          <a:xfrm rot="10800000">
            <a:off x="4370832" y="457200"/>
            <a:ext cx="7221423" cy="457041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EYInterstate Light" panose="02000506000000020004" pitchFamily="2" charset="0"/>
            </a:endParaRPr>
          </a:p>
        </p:txBody>
      </p:sp>
      <p:sp>
        <p:nvSpPr>
          <p:cNvPr id="9" name="Title 1"/>
          <p:cNvSpPr>
            <a:spLocks noGrp="1"/>
          </p:cNvSpPr>
          <p:nvPr>
            <p:ph type="ctrTitle"/>
          </p:nvPr>
        </p:nvSpPr>
        <p:spPr>
          <a:xfrm>
            <a:off x="4809744" y="1737360"/>
            <a:ext cx="6400800" cy="860400"/>
          </a:xfr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0" name="Subtitle 2"/>
          <p:cNvSpPr>
            <a:spLocks noGrp="1"/>
          </p:cNvSpPr>
          <p:nvPr>
            <p:ph type="subTitle" idx="1"/>
          </p:nvPr>
        </p:nvSpPr>
        <p:spPr>
          <a:xfrm>
            <a:off x="4809744" y="2724912"/>
            <a:ext cx="640080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83065" y="5340096"/>
            <a:ext cx="987552" cy="1156968"/>
          </a:xfrm>
          <a:prstGeom prst="rect">
            <a:avLst/>
          </a:prstGeom>
        </p:spPr>
      </p:pic>
    </p:spTree>
    <p:extLst>
      <p:ext uri="{BB962C8B-B14F-4D97-AF65-F5344CB8AC3E}">
        <p14:creationId xmlns:p14="http://schemas.microsoft.com/office/powerpoint/2010/main" val="21391080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Approved question w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615950"/>
            <a:ext cx="7731125" cy="357505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pic>
        <p:nvPicPr>
          <p:cNvPr id="18" name="Picture 1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83065" y="5340096"/>
            <a:ext cx="987552" cy="1156968"/>
          </a:xfrm>
          <a:prstGeom prst="rect">
            <a:avLst/>
          </a:prstGeom>
        </p:spPr>
      </p:pic>
      <p:sp>
        <p:nvSpPr>
          <p:cNvPr id="19" name="Title 1"/>
          <p:cNvSpPr>
            <a:spLocks noGrp="1"/>
          </p:cNvSpPr>
          <p:nvPr>
            <p:ph type="ctrTitle"/>
          </p:nvPr>
        </p:nvSpPr>
        <p:spPr>
          <a:xfrm>
            <a:off x="1005840" y="2240280"/>
            <a:ext cx="6879463" cy="860400"/>
          </a:xfrm>
          <a:prstGeom prst="rect">
            <a:avLst/>
          </a:prstGeo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20" name="Subtitle 2"/>
          <p:cNvSpPr>
            <a:spLocks noGrp="1"/>
          </p:cNvSpPr>
          <p:nvPr>
            <p:ph type="subTitle" idx="1"/>
          </p:nvPr>
        </p:nvSpPr>
        <p:spPr>
          <a:xfrm>
            <a:off x="1005840" y="3218688"/>
            <a:ext cx="6879463"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latin typeface="EYInterstate Light" panose="02000506000000020004" pitchFamily="2" charset="0"/>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1"/>
            <a:r>
              <a:rPr lang="en-US"/>
              <a:t>Click to edit Master subtitle style</a:t>
            </a:r>
            <a:endParaRPr lang="en-GB"/>
          </a:p>
        </p:txBody>
      </p:sp>
    </p:spTree>
    <p:extLst>
      <p:ext uri="{BB962C8B-B14F-4D97-AF65-F5344CB8AC3E}">
        <p14:creationId xmlns:p14="http://schemas.microsoft.com/office/powerpoint/2010/main" val="29295070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Cover with beam (legacy)">
    <p:spTree>
      <p:nvGrpSpPr>
        <p:cNvPr id="1" name=""/>
        <p:cNvGrpSpPr/>
        <p:nvPr/>
      </p:nvGrpSpPr>
      <p:grpSpPr>
        <a:xfrm>
          <a:off x="0" y="0"/>
          <a:ext cx="0" cy="0"/>
          <a:chOff x="0" y="0"/>
          <a:chExt cx="0" cy="0"/>
        </a:xfrm>
      </p:grpSpPr>
      <p:grpSp>
        <p:nvGrpSpPr>
          <p:cNvPr id="10" name="Group 9"/>
          <p:cNvGrpSpPr/>
          <p:nvPr userDrawn="1"/>
        </p:nvGrpSpPr>
        <p:grpSpPr>
          <a:xfrm>
            <a:off x="0" y="1628775"/>
            <a:ext cx="12198350" cy="4469625"/>
            <a:chOff x="0" y="1628775"/>
            <a:chExt cx="12198350" cy="4469625"/>
          </a:xfrm>
        </p:grpSpPr>
        <p:sp>
          <p:nvSpPr>
            <p:cNvPr id="12" name="Freeform 8"/>
            <p:cNvSpPr>
              <a:spLocks/>
            </p:cNvSpPr>
            <p:nvPr userDrawn="1"/>
          </p:nvSpPr>
          <p:spPr bwMode="gray">
            <a:xfrm>
              <a:off x="3072661"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EYInterstate Light" panose="02000506000000020004" pitchFamily="2" charset="0"/>
              </a:endParaRPr>
            </a:p>
          </p:txBody>
        </p:sp>
        <p:pic>
          <p:nvPicPr>
            <p:cNvPr id="14" name="Picture 2"/>
            <p:cNvPicPr>
              <a:picLocks noChangeAspect="1" noChangeArrowheads="1"/>
            </p:cNvPicPr>
            <p:nvPr userDrawn="1"/>
          </p:nvPicPr>
          <p:blipFill>
            <a:blip r:embed="rId2" cstate="print"/>
            <a:srcRect/>
            <a:stretch>
              <a:fillRect/>
            </a:stretch>
          </p:blipFill>
          <p:spPr bwMode="auto">
            <a:xfrm>
              <a:off x="0" y="4291200"/>
              <a:ext cx="3078523" cy="1807200"/>
            </a:xfrm>
            <a:prstGeom prst="rect">
              <a:avLst/>
            </a:prstGeom>
            <a:noFill/>
            <a:ln w="9525">
              <a:noFill/>
              <a:miter lim="800000"/>
              <a:headEnd/>
              <a:tailEnd/>
            </a:ln>
            <a:effectLst/>
          </p:spPr>
        </p:pic>
      </p:grpSp>
      <p:sp>
        <p:nvSpPr>
          <p:cNvPr id="8" name="Title 1"/>
          <p:cNvSpPr>
            <a:spLocks noGrp="1"/>
          </p:cNvSpPr>
          <p:nvPr>
            <p:ph type="ctrTitle"/>
          </p:nvPr>
        </p:nvSpPr>
        <p:spPr>
          <a:xfrm>
            <a:off x="3081528" y="777600"/>
            <a:ext cx="8509385" cy="860400"/>
          </a:xfrm>
        </p:spPr>
        <p:txBody>
          <a:bodyPr/>
          <a:lstStyle>
            <a:lvl1pPr>
              <a:defRPr>
                <a:solidFill>
                  <a:schemeClr val="bg1"/>
                </a:solidFill>
                <a:latin typeface="EYInterstate Light" panose="02000506000000020004" pitchFamily="2" charset="0"/>
              </a:defRPr>
            </a:lvl1pPr>
          </a:lstStyle>
          <a:p>
            <a:r>
              <a:rPr lang="en-US"/>
              <a:t>Click to edit Master title style</a:t>
            </a:r>
            <a:endParaRPr lang="en-GB"/>
          </a:p>
        </p:txBody>
      </p:sp>
      <p:sp>
        <p:nvSpPr>
          <p:cNvPr id="9" name="Subtitle 2"/>
          <p:cNvSpPr>
            <a:spLocks noGrp="1"/>
          </p:cNvSpPr>
          <p:nvPr>
            <p:ph type="subTitle" idx="1"/>
          </p:nvPr>
        </p:nvSpPr>
        <p:spPr>
          <a:xfrm>
            <a:off x="3081528" y="1731938"/>
            <a:ext cx="6222953" cy="968400"/>
          </a:xfrm>
        </p:spPr>
        <p:txBody>
          <a:bodyPr/>
          <a:lstStyle>
            <a:lvl1pPr marL="0" indent="0" algn="l">
              <a:buNone/>
              <a:defRPr sz="2000">
                <a:solidFill>
                  <a:schemeClr val="bg1"/>
                </a:solidFill>
                <a:latin typeface="EYInterstate Light" panose="02000506000000020004" pitchFamily="2" charset="0"/>
              </a:defRPr>
            </a:lvl1pPr>
            <a:lvl2pPr marL="0" indent="0" algn="l">
              <a:buNone/>
              <a:defRPr sz="16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81528" y="5751576"/>
            <a:ext cx="989153" cy="749808"/>
          </a:xfrm>
          <a:prstGeom prst="rect">
            <a:avLst/>
          </a:prstGeom>
        </p:spPr>
      </p:pic>
    </p:spTree>
    <p:extLst>
      <p:ext uri="{BB962C8B-B14F-4D97-AF65-F5344CB8AC3E}">
        <p14:creationId xmlns:p14="http://schemas.microsoft.com/office/powerpoint/2010/main" val="19810458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EYInterstate Light" panose="02000506000000020004" pitchFamily="2" charset="0"/>
              </a:defRPr>
            </a:lvl1pPr>
            <a:lvl2pPr>
              <a:defRPr>
                <a:latin typeface="EYInterstate Light" panose="02000506000000020004" pitchFamily="2" charset="0"/>
              </a:defRPr>
            </a:lvl2pPr>
            <a:lvl3pPr>
              <a:defRPr>
                <a:latin typeface="EYInterstate Light" panose="02000506000000020004" pitchFamily="2" charset="0"/>
              </a:defRPr>
            </a:lvl3pPr>
            <a:lvl4pPr>
              <a:defRPr>
                <a:latin typeface="EYInterstate Light" panose="02000506000000020004" pitchFamily="2" charset="0"/>
              </a:defRPr>
            </a:lvl4pPr>
            <a:lvl5pPr>
              <a:defRPr>
                <a:latin typeface="EYInterstate Light" panose="0200050600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4" name="Title 3"/>
          <p:cNvSpPr>
            <a:spLocks noGrp="1"/>
          </p:cNvSpPr>
          <p:nvPr>
            <p:ph type="title"/>
          </p:nvPr>
        </p:nvSpPr>
        <p:spPr/>
        <p:txBody>
          <a:bodyPr/>
          <a:lstStyle>
            <a:lvl1pPr>
              <a:defRPr>
                <a:latin typeface="EYInterstate Light" panose="02000506000000020004" pitchFamily="2" charset="0"/>
              </a:defRPr>
            </a:lvl1pPr>
          </a:lstStyle>
          <a:p>
            <a:r>
              <a:rPr lang="en-US"/>
              <a:t>Click to edit Master title style</a:t>
            </a:r>
          </a:p>
        </p:txBody>
      </p:sp>
      <p:sp>
        <p:nvSpPr>
          <p:cNvPr id="5" name="Date Placeholder 4"/>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6" name="Footer Placeholder 5"/>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5687483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6" name="Footer Placeholder 5"/>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1665512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6" name="Footer Placeholder 5"/>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9193151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769335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4204050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917"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00828"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2"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9" name="Date Placeholder 8"/>
          <p:cNvSpPr>
            <a:spLocks noGrp="1"/>
          </p:cNvSpPr>
          <p:nvPr>
            <p:ph type="dt" sz="half" idx="10"/>
          </p:nvPr>
        </p:nvSpPr>
        <p:spPr/>
        <p:txBody>
          <a:bodyPr/>
          <a:lstStyle/>
          <a:p>
            <a:r>
              <a:rPr lang="en-US"/>
              <a:t>1 January 2014</a:t>
            </a:r>
          </a:p>
        </p:txBody>
      </p:sp>
      <p:sp>
        <p:nvSpPr>
          <p:cNvPr id="10" name="Footer Placeholder 9"/>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6146428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2" name="Date Placeholder 11"/>
          <p:cNvSpPr>
            <a:spLocks noGrp="1"/>
          </p:cNvSpPr>
          <p:nvPr>
            <p:ph type="dt" sz="half" idx="14"/>
          </p:nvPr>
        </p:nvSpPr>
        <p:spPr/>
        <p:txBody>
          <a:bodyPr/>
          <a:lstStyle/>
          <a:p>
            <a:r>
              <a:rPr lang="en-US"/>
              <a:t>1 January 2014</a:t>
            </a:r>
          </a:p>
        </p:txBody>
      </p:sp>
      <p:sp>
        <p:nvSpPr>
          <p:cNvPr id="13" name="Footer Placeholder 12"/>
          <p:cNvSpPr>
            <a:spLocks noGrp="1"/>
          </p:cNvSpPr>
          <p:nvPr>
            <p:ph type="ftr" sz="quarter" idx="15"/>
          </p:nvPr>
        </p:nvSpPr>
        <p:spPr/>
        <p:txBody>
          <a:bodyPr/>
          <a:lstStyle/>
          <a:p>
            <a:r>
              <a:rPr lang="en-GB"/>
              <a:t>Presentation title</a:t>
            </a:r>
          </a:p>
        </p:txBody>
      </p:sp>
      <p:sp>
        <p:nvSpPr>
          <p:cNvPr id="14" name="Content Placeholder 2"/>
          <p:cNvSpPr>
            <a:spLocks noGrp="1"/>
          </p:cNvSpPr>
          <p:nvPr>
            <p:ph sz="half" idx="1"/>
          </p:nvPr>
        </p:nvSpPr>
        <p:spPr>
          <a:xfrm>
            <a:off x="612648" y="2130551"/>
            <a:ext cx="5393208" cy="3995928"/>
          </a:xfrm>
        </p:spPr>
        <p:txBody>
          <a:bodyPr/>
          <a:lstStyle>
            <a:lvl1pPr>
              <a:defRPr sz="2400"/>
            </a:lvl1pPr>
            <a:lvl2pPr>
              <a:defRPr sz="2400"/>
            </a:lvl2pPr>
            <a:lvl3pPr marL="1081088" indent="-357188">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3"/>
          <p:cNvSpPr>
            <a:spLocks noGrp="1"/>
          </p:cNvSpPr>
          <p:nvPr>
            <p:ph sz="half" idx="2"/>
          </p:nvPr>
        </p:nvSpPr>
        <p:spPr>
          <a:xfrm>
            <a:off x="6199632" y="2130551"/>
            <a:ext cx="5393208" cy="3995928"/>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9"/>
          <p:cNvSpPr>
            <a:spLocks noGrp="1"/>
          </p:cNvSpPr>
          <p:nvPr>
            <p:ph type="body" sz="quarter" idx="12"/>
          </p:nvPr>
        </p:nvSpPr>
        <p:spPr>
          <a:xfrm>
            <a:off x="612648" y="1427144"/>
            <a:ext cx="5393208" cy="640800"/>
          </a:xfrm>
        </p:spPr>
        <p:txBody>
          <a:bodyPr anchor="t" anchorCtr="0"/>
          <a:lstStyle>
            <a:lvl1pPr>
              <a:buNone/>
              <a:defRPr b="1"/>
            </a:lvl1pPr>
          </a:lstStyle>
          <a:p>
            <a:pPr lvl="0"/>
            <a:r>
              <a:rPr lang="en-US"/>
              <a:t>Click to edit Master text styles</a:t>
            </a:r>
          </a:p>
        </p:txBody>
      </p:sp>
      <p:sp>
        <p:nvSpPr>
          <p:cNvPr id="17" name="Text Placeholder 9"/>
          <p:cNvSpPr>
            <a:spLocks noGrp="1"/>
          </p:cNvSpPr>
          <p:nvPr>
            <p:ph type="body" sz="quarter" idx="13"/>
          </p:nvPr>
        </p:nvSpPr>
        <p:spPr>
          <a:xfrm>
            <a:off x="6199632" y="1427144"/>
            <a:ext cx="5393208" cy="640800"/>
          </a:xfrm>
        </p:spPr>
        <p:txBody>
          <a:bodyPr anchor="t" anchorCtr="0"/>
          <a:lstStyle>
            <a:lvl1pPr>
              <a:buNone/>
              <a:defRPr b="1"/>
            </a:lvl1pPr>
          </a:lstStyle>
          <a:p>
            <a:pPr lvl="0"/>
            <a:r>
              <a:rPr lang="en-US"/>
              <a:t>Click to edit Master text styles</a:t>
            </a:r>
          </a:p>
        </p:txBody>
      </p:sp>
      <p:sp>
        <p:nvSpPr>
          <p:cNvPr id="1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mn-lt"/>
            </a:endParaRPr>
          </a:p>
        </p:txBody>
      </p:sp>
    </p:spTree>
    <p:extLst>
      <p:ext uri="{BB962C8B-B14F-4D97-AF65-F5344CB8AC3E}">
        <p14:creationId xmlns:p14="http://schemas.microsoft.com/office/powerpoint/2010/main" val="18758792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EYInterstate Light" panose="02000506000000020004" pitchFamily="2" charset="0"/>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6" name="Date Placeholder 5"/>
          <p:cNvSpPr>
            <a:spLocks noGrp="1"/>
          </p:cNvSpPr>
          <p:nvPr>
            <p:ph type="dt" sz="half" idx="12"/>
          </p:nvPr>
        </p:nvSpPr>
        <p:spPr/>
        <p:txBody>
          <a:bodyPr/>
          <a:lstStyle>
            <a:lvl1pPr>
              <a:defRPr>
                <a:latin typeface="EYInterstate Light" panose="02000506000000020004" pitchFamily="2" charset="0"/>
              </a:defRPr>
            </a:lvl1pPr>
          </a:lstStyle>
          <a:p>
            <a:r>
              <a:rPr lang="en-US"/>
              <a:t>1 January 2014</a:t>
            </a:r>
          </a:p>
        </p:txBody>
      </p:sp>
      <p:sp>
        <p:nvSpPr>
          <p:cNvPr id="7" name="Footer Placeholder 6"/>
          <p:cNvSpPr>
            <a:spLocks noGrp="1"/>
          </p:cNvSpPr>
          <p:nvPr>
            <p:ph type="ftr" sz="quarter" idx="13"/>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26156250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0448329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5"/>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9308065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9308065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fr-FR"/>
              <a:t>Modifiez le style du titre</a:t>
            </a:r>
            <a:endParaRPr lang="en-US"/>
          </a:p>
        </p:txBody>
      </p:sp>
      <p:sp>
        <p:nvSpPr>
          <p:cNvPr id="7" name="Freeform 6"/>
          <p:cNvSpPr>
            <a:spLocks noChangeAspect="1"/>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0635913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fr-FR"/>
              <a:t>Modifiez le style du titre</a:t>
            </a:r>
            <a:endParaRPr lang="en-US"/>
          </a:p>
        </p:txBody>
      </p:sp>
      <p:sp>
        <p:nvSpPr>
          <p:cNvPr id="7" name="Freeform 6"/>
          <p:cNvSpPr>
            <a:spLocks noChangeAspect="1"/>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duotone>
                <a:schemeClr val="accent2">
                  <a:shade val="45000"/>
                  <a:satMod val="135000"/>
                </a:schemeClr>
                <a:prstClr val="white"/>
              </a:duotone>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473311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5" name="Footer Placeholder 4"/>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
        <p:nvSpPr>
          <p:cNvPr id="6"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Tree>
    <p:extLst>
      <p:ext uri="{BB962C8B-B14F-4D97-AF65-F5344CB8AC3E}">
        <p14:creationId xmlns:p14="http://schemas.microsoft.com/office/powerpoint/2010/main" val="16611261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193976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0372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4" name="TextBox 3"/>
          <p:cNvSpPr txBox="1"/>
          <p:nvPr userDrawn="1"/>
        </p:nvSpPr>
        <p:spPr bwMode="gray">
          <a:xfrm>
            <a:off x="624744" y="620575"/>
            <a:ext cx="5476550" cy="2351250"/>
          </a:xfrm>
          <a:prstGeom prst="rect">
            <a:avLst/>
          </a:prstGeom>
          <a:noFill/>
        </p:spPr>
        <p:txBody>
          <a:bodyPr wrap="square" lIns="0" tIns="0" rIns="0" bIns="0" rtlCol="0">
            <a:noAutofit/>
          </a:bodyPr>
          <a:lstStyle/>
          <a:p>
            <a:pPr marL="0" marR="0" lvl="0" indent="0" algn="l" defTabSz="1088584" rtl="0" eaLnBrk="1" fontAlgn="auto" latinLnBrk="0" hangingPunct="1">
              <a:lnSpc>
                <a:spcPct val="100000"/>
              </a:lnSpc>
              <a:spcBef>
                <a:spcPts val="0"/>
              </a:spcBef>
              <a:spcAft>
                <a:spcPts val="1400"/>
              </a:spcAft>
              <a:buClrTx/>
              <a:buSzTx/>
              <a:buFont typeface="Arial" pitchFamily="34" charset="0"/>
              <a:buNone/>
              <a:tabLst/>
              <a:defRPr/>
            </a:pPr>
            <a:r>
              <a:rPr kumimoji="0" lang="en-US" sz="14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EY</a:t>
            </a:r>
            <a:r>
              <a:rPr kumimoji="0" lang="en-GB" sz="14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 | Assurance | Tax | Transactions | Advisory</a:t>
            </a:r>
          </a:p>
          <a:p>
            <a:pPr marL="0" marR="0" lvl="3" indent="0" algn="l" defTabSz="1088584" rtl="0" eaLnBrk="1" fontAlgn="auto" latinLnBrk="0" hangingPunct="1">
              <a:lnSpc>
                <a:spcPct val="100000"/>
              </a:lnSpc>
              <a:spcBef>
                <a:spcPts val="0"/>
              </a:spcBef>
              <a:spcAft>
                <a:spcPts val="1400"/>
              </a:spcAft>
              <a:buClrTx/>
              <a:buSzPct val="75000"/>
              <a:buFontTx/>
              <a:buNone/>
              <a:tabLst/>
              <a:defRPr/>
            </a:pPr>
            <a:r>
              <a:rPr kumimoji="0" lang="fr-FR" sz="14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Ernst &amp; Young </a:t>
            </a:r>
            <a:r>
              <a:rPr kumimoji="0" lang="fr-FR" sz="1400" b="0" i="0" u="none" strike="noStrike" kern="1200" cap="none" spc="0" normalizeH="0" baseline="0" noProof="0" err="1">
                <a:ln>
                  <a:noFill/>
                </a:ln>
                <a:solidFill>
                  <a:schemeClr val="bg1"/>
                </a:solidFill>
                <a:effectLst/>
                <a:uLnTx/>
                <a:uFillTx/>
                <a:latin typeface="EYInterstate Light" panose="02000506000000020004" pitchFamily="2" charset="0"/>
                <a:ea typeface="+mn-ea"/>
                <a:cs typeface="+mn-cs"/>
              </a:rPr>
              <a:t>Advisory</a:t>
            </a:r>
            <a:endParaRPr kumimoji="0" lang="fr-FR" sz="14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fr-FR"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 2017 EY Actuaires Conseils. Publié en France.</a:t>
            </a:r>
            <a:br>
              <a:rPr kumimoji="0" lang="fr-FR"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br>
            <a:r>
              <a:rPr kumimoji="0" lang="fr-FR" sz="1100" b="0" i="0" u="none" strike="noStrike" kern="1200" cap="none" spc="-12" normalizeH="0" baseline="0" noProof="0">
                <a:ln>
                  <a:noFill/>
                </a:ln>
                <a:solidFill>
                  <a:schemeClr val="bg1"/>
                </a:solidFill>
                <a:effectLst/>
                <a:uLnTx/>
                <a:uFillTx/>
                <a:latin typeface="EYInterstate Light" panose="02000506000000020004" pitchFamily="2" charset="0"/>
                <a:ea typeface="+mn-ea"/>
                <a:cs typeface="+mn-cs"/>
              </a:rPr>
              <a:t>Tous Droits Réservés.</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fr-FR"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La société </a:t>
            </a:r>
            <a:r>
              <a:rPr kumimoji="0" lang="fr-FR" sz="10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EY Actuaires Conseils est une société par actions simplifiée</a:t>
            </a:r>
            <a:r>
              <a:rPr kumimoji="0" lang="fr-FR"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 inscrite au registre du commerce et des sociétés de Nanterre sous le numéro 430.481.309</a:t>
            </a:r>
            <a: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fr-FR"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EY Actuaires Conseils, Tour First – 1 place des Saisons, 92400 Courbevoie, France</a:t>
            </a:r>
            <a: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a:t>
            </a:r>
          </a:p>
          <a:p>
            <a:pPr marL="0" marR="0" lvl="3" indent="0" algn="l" defTabSz="1088584" rtl="0" eaLnBrk="1" fontAlgn="auto" latinLnBrk="0" hangingPunct="1">
              <a:lnSpc>
                <a:spcPct val="100000"/>
              </a:lnSpc>
              <a:spcBef>
                <a:spcPts val="0"/>
              </a:spcBef>
              <a:spcAft>
                <a:spcPts val="522"/>
              </a:spcAft>
              <a:buClrTx/>
              <a:buSzPct val="75000"/>
              <a:buFontTx/>
              <a:buNone/>
              <a:tabLst/>
              <a:defRPr/>
            </a:pPr>
            <a:r>
              <a:rPr kumimoji="0" lang="en-GB" sz="13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ey.com</a:t>
            </a:r>
            <a:endParaRPr kumimoji="0" lang="en-GB"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307546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27684573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890451" y="1107265"/>
            <a:ext cx="10797223" cy="491706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26517846"/>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
        <p:nvSpPr>
          <p:cNvPr id="6"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a:solidFill>
                <a:schemeClr val="tx1"/>
              </a:solidFill>
              <a:latin typeface="EYInterstate Light" panose="02000506000000020004" pitchFamily="2" charset="0"/>
            </a:endParaRPr>
          </a:p>
        </p:txBody>
      </p:sp>
      <p:sp>
        <p:nvSpPr>
          <p:cNvPr id="11" name="Title 1"/>
          <p:cNvSpPr>
            <a:spLocks noGrp="1"/>
          </p:cNvSpPr>
          <p:nvPr>
            <p:ph type="ctrTitle"/>
          </p:nvPr>
        </p:nvSpPr>
        <p:spPr>
          <a:xfrm>
            <a:off x="4151376" y="2240280"/>
            <a:ext cx="7223760" cy="860400"/>
          </a:xfr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8" name="Freeform 5"/>
          <p:cNvSpPr>
            <a:spLocks noChangeAspect="1"/>
          </p:cNvSpPr>
          <p:nvPr userDrawn="1"/>
        </p:nvSpPr>
        <p:spPr bwMode="gray">
          <a:xfrm rot="10800000">
            <a:off x="4370832" y="457200"/>
            <a:ext cx="7221423" cy="457041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EYInterstate Light" panose="02000506000000020004" pitchFamily="2" charset="0"/>
            </a:endParaRPr>
          </a:p>
        </p:txBody>
      </p:sp>
      <p:sp>
        <p:nvSpPr>
          <p:cNvPr id="9" name="Title 1"/>
          <p:cNvSpPr>
            <a:spLocks noGrp="1"/>
          </p:cNvSpPr>
          <p:nvPr>
            <p:ph type="ctrTitle"/>
          </p:nvPr>
        </p:nvSpPr>
        <p:spPr>
          <a:xfrm>
            <a:off x="4809744" y="1737360"/>
            <a:ext cx="6400800" cy="860400"/>
          </a:xfr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0" name="Subtitle 2"/>
          <p:cNvSpPr>
            <a:spLocks noGrp="1"/>
          </p:cNvSpPr>
          <p:nvPr>
            <p:ph type="subTitle" idx="1"/>
          </p:nvPr>
        </p:nvSpPr>
        <p:spPr>
          <a:xfrm>
            <a:off x="4809744" y="2724912"/>
            <a:ext cx="640080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extLst>
      <p:ext uri="{BB962C8B-B14F-4D97-AF65-F5344CB8AC3E}">
        <p14:creationId xmlns:p14="http://schemas.microsoft.com/office/powerpoint/2010/main" val="21391080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Approved question w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2648" y="612648"/>
            <a:ext cx="7731674" cy="3575304"/>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sp>
        <p:nvSpPr>
          <p:cNvPr id="18" name="Title 1"/>
          <p:cNvSpPr>
            <a:spLocks noGrp="1"/>
          </p:cNvSpPr>
          <p:nvPr>
            <p:ph type="ctrTitle"/>
          </p:nvPr>
        </p:nvSpPr>
        <p:spPr>
          <a:xfrm>
            <a:off x="1005840" y="2240280"/>
            <a:ext cx="6879463" cy="860400"/>
          </a:xfrm>
          <a:prstGeom prst="rect">
            <a:avLst/>
          </a:prstGeom>
        </p:spPr>
        <p:txBody>
          <a:bodyPr/>
          <a:lstStyle>
            <a:lvl1pPr>
              <a:defRPr>
                <a:solidFill>
                  <a:srgbClr val="FFFFFF"/>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9" name="Subtitle 2"/>
          <p:cNvSpPr>
            <a:spLocks noGrp="1"/>
          </p:cNvSpPr>
          <p:nvPr>
            <p:ph type="subTitle" idx="1"/>
          </p:nvPr>
        </p:nvSpPr>
        <p:spPr>
          <a:xfrm>
            <a:off x="1005840" y="3218688"/>
            <a:ext cx="6879463" cy="645742"/>
          </a:xfrm>
          <a:prstGeom prst="rect">
            <a:avLst/>
          </a:prstGeom>
        </p:spPr>
        <p:txBody>
          <a:bodyPr/>
          <a:lstStyle>
            <a:lvl1pPr marL="0" indent="0" algn="l">
              <a:buNone/>
              <a:defRPr sz="2000">
                <a:solidFill>
                  <a:srgbClr val="FFFFFF"/>
                </a:solidFill>
                <a:latin typeface="EYInterstate Light" panose="02000506000000020004" pitchFamily="2" charset="0"/>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extLst>
      <p:ext uri="{BB962C8B-B14F-4D97-AF65-F5344CB8AC3E}">
        <p14:creationId xmlns:p14="http://schemas.microsoft.com/office/powerpoint/2010/main" val="29295070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Approved question tall">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4838" y="385087"/>
            <a:ext cx="5413375" cy="4572000"/>
          </a:xfrm>
          <a:prstGeom prst="rect">
            <a:avLst/>
          </a:prstGeom>
        </p:spPr>
      </p:pic>
      <p:sp>
        <p:nvSpPr>
          <p:cNvPr id="21" name="Title 1"/>
          <p:cNvSpPr>
            <a:spLocks noGrp="1"/>
          </p:cNvSpPr>
          <p:nvPr>
            <p:ph type="ctrTitle"/>
          </p:nvPr>
        </p:nvSpPr>
        <p:spPr>
          <a:xfrm>
            <a:off x="996696" y="1691640"/>
            <a:ext cx="4597400" cy="860400"/>
          </a:xfrm>
          <a:prstGeom prst="rect">
            <a:avLst/>
          </a:prstGeom>
        </p:spPr>
        <p:txBody>
          <a:bodyPr/>
          <a:lstStyle>
            <a:lvl1pPr>
              <a:defRPr>
                <a:solidFill>
                  <a:srgbClr val="FFFFFF"/>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22" name="Subtitle 2"/>
          <p:cNvSpPr>
            <a:spLocks noGrp="1"/>
          </p:cNvSpPr>
          <p:nvPr>
            <p:ph type="subTitle" idx="1"/>
          </p:nvPr>
        </p:nvSpPr>
        <p:spPr>
          <a:xfrm>
            <a:off x="996696" y="2660904"/>
            <a:ext cx="4597400" cy="645742"/>
          </a:xfrm>
          <a:prstGeom prst="rect">
            <a:avLst/>
          </a:prstGeom>
        </p:spPr>
        <p:txBody>
          <a:bodyPr/>
          <a:lstStyle>
            <a:lvl1pPr marL="0" indent="0" algn="l">
              <a:buNone/>
              <a:defRPr sz="2000">
                <a:solidFill>
                  <a:srgbClr val="FFFFFF"/>
                </a:solidFill>
                <a:latin typeface="EYInterstate Light" panose="02000506000000020004" pitchFamily="2" charset="0"/>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23" name="Picture 2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extLst>
      <p:ext uri="{BB962C8B-B14F-4D97-AF65-F5344CB8AC3E}">
        <p14:creationId xmlns:p14="http://schemas.microsoft.com/office/powerpoint/2010/main" val="17521231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Cover with beam (legacy)">
    <p:spTree>
      <p:nvGrpSpPr>
        <p:cNvPr id="1" name=""/>
        <p:cNvGrpSpPr/>
        <p:nvPr/>
      </p:nvGrpSpPr>
      <p:grpSpPr>
        <a:xfrm>
          <a:off x="0" y="0"/>
          <a:ext cx="0" cy="0"/>
          <a:chOff x="0" y="0"/>
          <a:chExt cx="0" cy="0"/>
        </a:xfrm>
      </p:grpSpPr>
      <p:grpSp>
        <p:nvGrpSpPr>
          <p:cNvPr id="11" name="Group 10"/>
          <p:cNvGrpSpPr/>
          <p:nvPr userDrawn="1"/>
        </p:nvGrpSpPr>
        <p:grpSpPr>
          <a:xfrm>
            <a:off x="0" y="1628775"/>
            <a:ext cx="12208264" cy="4475445"/>
            <a:chOff x="0" y="1628775"/>
            <a:chExt cx="12208264" cy="4475445"/>
          </a:xfrm>
        </p:grpSpPr>
        <p:pic>
          <p:nvPicPr>
            <p:cNvPr id="13" name="Picture 2"/>
            <p:cNvPicPr>
              <a:picLocks noChangeAspect="1" noChangeArrowheads="1"/>
            </p:cNvPicPr>
            <p:nvPr userDrawn="1"/>
          </p:nvPicPr>
          <p:blipFill>
            <a:blip r:embed="rId2" cstate="print"/>
            <a:srcRect/>
            <a:stretch>
              <a:fillRect/>
            </a:stretch>
          </p:blipFill>
          <p:spPr bwMode="black">
            <a:xfrm>
              <a:off x="0" y="4291200"/>
              <a:ext cx="3088437" cy="1813020"/>
            </a:xfrm>
            <a:prstGeom prst="rect">
              <a:avLst/>
            </a:prstGeom>
            <a:noFill/>
            <a:ln w="9525">
              <a:noFill/>
              <a:miter lim="800000"/>
              <a:headEnd/>
              <a:tailEnd/>
            </a:ln>
            <a:effectLst/>
          </p:spPr>
        </p:pic>
        <p:sp>
          <p:nvSpPr>
            <p:cNvPr id="16" name="Freeform 8"/>
            <p:cNvSpPr>
              <a:spLocks/>
            </p:cNvSpPr>
            <p:nvPr userDrawn="1"/>
          </p:nvSpPr>
          <p:spPr bwMode="gray">
            <a:xfrm>
              <a:off x="3082575"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EYInterstate Light" panose="02000506000000020004" pitchFamily="2" charset="0"/>
              </a:endParaRPr>
            </a:p>
          </p:txBody>
        </p:sp>
      </p:grpSp>
      <p:sp>
        <p:nvSpPr>
          <p:cNvPr id="8" name="Title 1"/>
          <p:cNvSpPr>
            <a:spLocks noGrp="1"/>
          </p:cNvSpPr>
          <p:nvPr>
            <p:ph type="ctrTitle"/>
          </p:nvPr>
        </p:nvSpPr>
        <p:spPr>
          <a:xfrm>
            <a:off x="3081528" y="777600"/>
            <a:ext cx="8509385" cy="860400"/>
          </a:xfrm>
        </p:spPr>
        <p:txBody>
          <a:bodyPr/>
          <a:lstStyle>
            <a:lvl1pPr>
              <a:defRPr>
                <a:solidFill>
                  <a:schemeClr val="bg1"/>
                </a:solidFill>
                <a:latin typeface="EYInterstate Light" panose="02000506000000020004" pitchFamily="2" charset="0"/>
              </a:defRPr>
            </a:lvl1pPr>
          </a:lstStyle>
          <a:p>
            <a:r>
              <a:rPr lang="en-US"/>
              <a:t>Click to edit Master title style</a:t>
            </a:r>
            <a:endParaRPr lang="en-GB"/>
          </a:p>
        </p:txBody>
      </p:sp>
      <p:sp>
        <p:nvSpPr>
          <p:cNvPr id="9" name="Subtitle 2"/>
          <p:cNvSpPr>
            <a:spLocks noGrp="1"/>
          </p:cNvSpPr>
          <p:nvPr>
            <p:ph type="subTitle" idx="1"/>
          </p:nvPr>
        </p:nvSpPr>
        <p:spPr>
          <a:xfrm>
            <a:off x="3081528" y="1731938"/>
            <a:ext cx="6222953" cy="968400"/>
          </a:xfrm>
        </p:spPr>
        <p:txBody>
          <a:bodyPr/>
          <a:lstStyle>
            <a:lvl1pPr marL="0" indent="0" algn="l">
              <a:buNone/>
              <a:defRPr sz="2000">
                <a:solidFill>
                  <a:schemeClr val="bg1"/>
                </a:solidFill>
                <a:latin typeface="EYInterstate Light" panose="02000506000000020004" pitchFamily="2" charset="0"/>
              </a:defRPr>
            </a:lvl1pPr>
            <a:lvl2pPr marL="0" indent="0" algn="l">
              <a:buNone/>
              <a:defRPr sz="16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81528" y="5751576"/>
            <a:ext cx="989153" cy="749808"/>
          </a:xfrm>
          <a:prstGeom prst="rect">
            <a:avLst/>
          </a:prstGeom>
        </p:spPr>
      </p:pic>
    </p:spTree>
    <p:extLst>
      <p:ext uri="{BB962C8B-B14F-4D97-AF65-F5344CB8AC3E}">
        <p14:creationId xmlns:p14="http://schemas.microsoft.com/office/powerpoint/2010/main" val="19810458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9" name="Date Placeholder 8"/>
          <p:cNvSpPr>
            <a:spLocks noGrp="1"/>
          </p:cNvSpPr>
          <p:nvPr>
            <p:ph type="dt" sz="half" idx="10"/>
          </p:nvPr>
        </p:nvSpPr>
        <p:spPr/>
        <p:txBody>
          <a:bodyPr/>
          <a:lstStyle/>
          <a:p>
            <a:r>
              <a:rPr lang="en-US"/>
              <a:t>1 January 2014</a:t>
            </a:r>
          </a:p>
        </p:txBody>
      </p:sp>
      <p:sp>
        <p:nvSpPr>
          <p:cNvPr id="10" name="Footer Placeholder 9"/>
          <p:cNvSpPr>
            <a:spLocks noGrp="1"/>
          </p:cNvSpPr>
          <p:nvPr>
            <p:ph type="ftr" sz="quarter" idx="11"/>
          </p:nvPr>
        </p:nvSpPr>
        <p:spPr/>
        <p:txBody>
          <a:bodyPr/>
          <a:lstStyle/>
          <a:p>
            <a:r>
              <a:rPr lang="en-GB"/>
              <a:t>Presentation title</a:t>
            </a:r>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6" name="Footer Placeholder 5"/>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1665512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6" name="Footer Placeholder 5"/>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9193151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470838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917"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00828"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2"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9" name="Date Placeholder 8"/>
          <p:cNvSpPr>
            <a:spLocks noGrp="1"/>
          </p:cNvSpPr>
          <p:nvPr>
            <p:ph type="dt" sz="half" idx="10"/>
          </p:nvPr>
        </p:nvSpPr>
        <p:spPr/>
        <p:txBody>
          <a:bodyPr/>
          <a:lstStyle/>
          <a:p>
            <a:r>
              <a:rPr lang="en-US"/>
              <a:t>1 January 2014</a:t>
            </a:r>
          </a:p>
        </p:txBody>
      </p:sp>
      <p:sp>
        <p:nvSpPr>
          <p:cNvPr id="10" name="Footer Placeholder 9"/>
          <p:cNvSpPr>
            <a:spLocks noGrp="1"/>
          </p:cNvSpPr>
          <p:nvPr>
            <p:ph type="ftr" sz="quarter" idx="11"/>
          </p:nvPr>
        </p:nvSpPr>
        <p:spPr/>
        <p:txBody>
          <a:bodyPr/>
          <a:lstStyle/>
          <a:p>
            <a:r>
              <a:rPr lang="en-GB"/>
              <a:t>Presentation title</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648"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9632"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0" name="Text Placeholder 9"/>
          <p:cNvSpPr>
            <a:spLocks noGrp="1"/>
          </p:cNvSpPr>
          <p:nvPr>
            <p:ph type="body" sz="quarter" idx="12"/>
          </p:nvPr>
        </p:nvSpPr>
        <p:spPr>
          <a:xfrm>
            <a:off x="612648" y="1425575"/>
            <a:ext cx="5393208" cy="640800"/>
          </a:xfr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9632" y="1425575"/>
            <a:ext cx="5393208" cy="640800"/>
          </a:xfrm>
        </p:spPr>
        <p:txBody>
          <a:bodyPr anchor="t" anchorCtr="0"/>
          <a:lstStyle>
            <a:lvl1pPr>
              <a:buNone/>
              <a:defRPr b="1">
                <a:solidFill>
                  <a:schemeClr val="bg1"/>
                </a:solidFill>
              </a:defRPr>
            </a:lvl1pPr>
          </a:lstStyle>
          <a:p>
            <a:pPr lvl="0"/>
            <a:endParaRPr lang="en-GB"/>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3" name="Date Placeholder 12"/>
          <p:cNvSpPr>
            <a:spLocks noGrp="1"/>
          </p:cNvSpPr>
          <p:nvPr>
            <p:ph type="dt" sz="half" idx="14"/>
          </p:nvPr>
        </p:nvSpPr>
        <p:spPr/>
        <p:txBody>
          <a:bodyPr/>
          <a:lstStyle/>
          <a:p>
            <a:r>
              <a:rPr lang="en-US"/>
              <a:t>1 January 2014</a:t>
            </a:r>
          </a:p>
        </p:txBody>
      </p:sp>
      <p:sp>
        <p:nvSpPr>
          <p:cNvPr id="14" name="Footer Placeholder 13"/>
          <p:cNvSpPr>
            <a:spLocks noGrp="1"/>
          </p:cNvSpPr>
          <p:nvPr>
            <p:ph type="ftr" sz="quarter" idx="15"/>
          </p:nvPr>
        </p:nvSpPr>
        <p:spPr/>
        <p:txBody>
          <a:bodyPr/>
          <a:lstStyle/>
          <a:p>
            <a:r>
              <a:rPr lang="en-GB"/>
              <a:t>Presentation title</a:t>
            </a:r>
          </a:p>
        </p:txBody>
      </p:sp>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EYInterstate Light" panose="02000506000000020004" pitchFamily="2" charset="0"/>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6" name="Date Placeholder 5"/>
          <p:cNvSpPr>
            <a:spLocks noGrp="1"/>
          </p:cNvSpPr>
          <p:nvPr>
            <p:ph type="dt" sz="half" idx="12"/>
          </p:nvPr>
        </p:nvSpPr>
        <p:spPr/>
        <p:txBody>
          <a:bodyPr/>
          <a:lstStyle>
            <a:lvl1pPr>
              <a:defRPr>
                <a:latin typeface="EYInterstate Light" panose="02000506000000020004" pitchFamily="2" charset="0"/>
              </a:defRPr>
            </a:lvl1pPr>
          </a:lstStyle>
          <a:p>
            <a:r>
              <a:rPr lang="en-US"/>
              <a:t>1 January 2014</a:t>
            </a:r>
          </a:p>
        </p:txBody>
      </p:sp>
      <p:sp>
        <p:nvSpPr>
          <p:cNvPr id="7" name="Footer Placeholder 6"/>
          <p:cNvSpPr>
            <a:spLocks noGrp="1"/>
          </p:cNvSpPr>
          <p:nvPr>
            <p:ph type="ftr" sz="quarter" idx="13"/>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39130112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9999408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5"/>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lum bright="70000" contrast="-70000"/>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415761563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duotone>
                <a:schemeClr val="bg2">
                  <a:shade val="45000"/>
                  <a:satMod val="135000"/>
                </a:schemeClr>
                <a:prstClr val="white"/>
              </a:duotone>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1248067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800" y="6245352"/>
            <a:ext cx="10978515" cy="0"/>
          </a:xfrm>
          <a:prstGeom prst="line">
            <a:avLst/>
          </a:prstGeom>
          <a:noFill/>
          <a:ln w="3175">
            <a:solidFill>
              <a:srgbClr val="808080"/>
            </a:solidFill>
            <a:round/>
            <a:headEnd/>
            <a:tailEnd/>
          </a:ln>
          <a:effectLst/>
        </p:spPr>
        <p:txBody>
          <a:bodyPr wrap="none" anchor="ct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5" name="Footer Placeholder 4"/>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35068083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900077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4" name="TextBox 3"/>
          <p:cNvSpPr txBox="1"/>
          <p:nvPr userDrawn="1"/>
        </p:nvSpPr>
        <p:spPr bwMode="gray">
          <a:xfrm>
            <a:off x="624744" y="620575"/>
            <a:ext cx="5476550" cy="2351250"/>
          </a:xfrm>
          <a:prstGeom prst="rect">
            <a:avLst/>
          </a:prstGeom>
          <a:noFill/>
        </p:spPr>
        <p:txBody>
          <a:bodyPr wrap="square" lIns="0" tIns="0" rIns="0" bIns="0" rtlCol="0">
            <a:noAutofit/>
          </a:bodyPr>
          <a:lstStyle/>
          <a:p>
            <a:pPr marL="0" marR="0" lvl="0" indent="0" algn="l" defTabSz="1088584" rtl="0" eaLnBrk="1" fontAlgn="auto" latinLnBrk="0" hangingPunct="1">
              <a:lnSpc>
                <a:spcPct val="100000"/>
              </a:lnSpc>
              <a:spcBef>
                <a:spcPts val="0"/>
              </a:spcBef>
              <a:spcAft>
                <a:spcPts val="1400"/>
              </a:spcAft>
              <a:buClrTx/>
              <a:buSzTx/>
              <a:buFont typeface="Arial" pitchFamily="34" charset="0"/>
              <a:buNone/>
              <a:tabLst/>
              <a:defRPr/>
            </a:pPr>
            <a:r>
              <a:rPr kumimoji="0" lang="en-US" sz="1400" b="1"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EY</a:t>
            </a:r>
            <a:r>
              <a:rPr kumimoji="0" lang="en-GB" sz="14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 | Assurance | Tax | Transactions | Advisory</a:t>
            </a:r>
          </a:p>
          <a:p>
            <a:pPr marL="0" marR="0" lvl="3" indent="0" algn="l" defTabSz="1088584" rtl="0" eaLnBrk="1" fontAlgn="auto" latinLnBrk="0" hangingPunct="1">
              <a:lnSpc>
                <a:spcPct val="100000"/>
              </a:lnSpc>
              <a:spcBef>
                <a:spcPts val="0"/>
              </a:spcBef>
              <a:spcAft>
                <a:spcPts val="1400"/>
              </a:spcAft>
              <a:buClrTx/>
              <a:buSzPct val="75000"/>
              <a:buFontTx/>
              <a:buNone/>
              <a:tabLst/>
              <a:defRPr/>
            </a:pPr>
            <a:r>
              <a:rPr kumimoji="0" lang="en-GB" sz="14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Ernst &amp; Young LLP</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 2015 Ernst &amp; Young LLP. Published in the UK.</a:t>
            </a:r>
            <a:br>
              <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br>
            <a:r>
              <a:rPr kumimoji="0" lang="en-GB" sz="1100" b="0" i="0" u="none" strike="noStrike" kern="1200" cap="none" spc="-12" normalizeH="0" baseline="0" noProof="0">
                <a:ln>
                  <a:noFill/>
                </a:ln>
                <a:solidFill>
                  <a:schemeClr val="tx1"/>
                </a:solidFill>
                <a:effectLst/>
                <a:uLnTx/>
                <a:uFillTx/>
                <a:latin typeface="EYInterstate Light" panose="02000506000000020004" pitchFamily="2" charset="0"/>
                <a:ea typeface="+mn-ea"/>
                <a:cs typeface="+mn-cs"/>
              </a:rPr>
              <a:t>All Rights Reserved.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The UK firm Ernst &amp; Young LLP is a limited liability partnership registered in England and Wales</a:t>
            </a:r>
            <a:b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b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with registered number OC300001 and is a member firm of Ernst &amp; Young Global Limited.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Ernst &amp; Young LLP, 1 More London Place, London, SE1 2AF.</a:t>
            </a:r>
          </a:p>
          <a:p>
            <a:pPr marL="0" marR="0" lvl="3" indent="0" algn="l" defTabSz="1088584" rtl="0" eaLnBrk="1" fontAlgn="auto" latinLnBrk="0" hangingPunct="1">
              <a:lnSpc>
                <a:spcPct val="100000"/>
              </a:lnSpc>
              <a:spcBef>
                <a:spcPts val="0"/>
              </a:spcBef>
              <a:spcAft>
                <a:spcPts val="522"/>
              </a:spcAft>
              <a:buClrTx/>
              <a:buSzPct val="75000"/>
              <a:buFontTx/>
              <a:buNone/>
              <a:tabLst/>
              <a:defRPr/>
            </a:pPr>
            <a:r>
              <a:rPr kumimoji="0" lang="en-GB" sz="13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ey.com</a:t>
            </a:r>
            <a:endPar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33025617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13"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a:solidFill>
                <a:schemeClr val="tx1"/>
              </a:solidFill>
              <a:latin typeface="EYInterstate Light" panose="02000506000000020004" pitchFamily="2" charset="0"/>
            </a:endParaRPr>
          </a:p>
        </p:txBody>
      </p:sp>
      <p:sp>
        <p:nvSpPr>
          <p:cNvPr id="14" name="Title 1"/>
          <p:cNvSpPr>
            <a:spLocks noGrp="1"/>
          </p:cNvSpPr>
          <p:nvPr>
            <p:ph type="ctrTitle"/>
          </p:nvPr>
        </p:nvSpPr>
        <p:spPr>
          <a:xfrm>
            <a:off x="4151376" y="2240280"/>
            <a:ext cx="7223760" cy="860400"/>
          </a:xfr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5"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9" name="Date Placeholder 8"/>
          <p:cNvSpPr>
            <a:spLocks noGrp="1"/>
          </p:cNvSpPr>
          <p:nvPr>
            <p:ph type="dt" sz="half" idx="10"/>
          </p:nvPr>
        </p:nvSpPr>
        <p:spPr/>
        <p:txBody>
          <a:bodyPr/>
          <a:lstStyle/>
          <a:p>
            <a:r>
              <a:rPr lang="en-US"/>
              <a:t>1 January 2014</a:t>
            </a:r>
          </a:p>
        </p:txBody>
      </p:sp>
      <p:sp>
        <p:nvSpPr>
          <p:cNvPr id="10" name="Footer Placeholder 9"/>
          <p:cNvSpPr>
            <a:spLocks noGrp="1"/>
          </p:cNvSpPr>
          <p:nvPr>
            <p:ph type="ftr" sz="quarter" idx="11"/>
          </p:nvPr>
        </p:nvSpPr>
        <p:spPr/>
        <p:txBody>
          <a:bodyPr/>
          <a:lstStyle/>
          <a:p>
            <a:r>
              <a:rPr lang="en-GB"/>
              <a:t>Presentation title</a:t>
            </a:r>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lvl1pPr>
              <a:defRPr/>
            </a:lvl1pPr>
          </a:lstStyle>
          <a:p>
            <a:r>
              <a:rPr lang="en-US" err="1"/>
              <a:t>Février</a:t>
            </a:r>
            <a:r>
              <a:rPr lang="en-US"/>
              <a:t> 2016</a:t>
            </a:r>
          </a:p>
        </p:txBody>
      </p:sp>
      <p:sp>
        <p:nvSpPr>
          <p:cNvPr id="6" name="Footer Placeholder 5"/>
          <p:cNvSpPr>
            <a:spLocks noGrp="1"/>
          </p:cNvSpPr>
          <p:nvPr>
            <p:ph type="ftr" sz="quarter" idx="11"/>
          </p:nvPr>
        </p:nvSpPr>
        <p:spPr/>
        <p:txBody>
          <a:bodyPr/>
          <a:lstStyle>
            <a:lvl1pPr>
              <a:defRPr/>
            </a:lvl1pPr>
          </a:lstStyle>
          <a:p>
            <a:r>
              <a:rPr lang="en-GB"/>
              <a:t>Customer Intelligence</a:t>
            </a:r>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extLst>
      <p:ext uri="{BB962C8B-B14F-4D97-AF65-F5344CB8AC3E}">
        <p14:creationId xmlns:p14="http://schemas.microsoft.com/office/powerpoint/2010/main" val="116655122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6" name="Footer Placeholder 5"/>
          <p:cNvSpPr>
            <a:spLocks noGrp="1"/>
          </p:cNvSpPr>
          <p:nvPr>
            <p:ph type="ftr" sz="quarter" idx="11"/>
          </p:nvPr>
        </p:nvSpPr>
        <p:spPr/>
        <p:txBody>
          <a:bodyPr/>
          <a:lstStyle/>
          <a:p>
            <a:r>
              <a:rPr lang="en-GB"/>
              <a:t>Presentation title</a:t>
            </a:r>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extLst>
      <p:ext uri="{BB962C8B-B14F-4D97-AF65-F5344CB8AC3E}">
        <p14:creationId xmlns:p14="http://schemas.microsoft.com/office/powerpoint/2010/main" val="391931515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
        <p:nvSpPr>
          <p:cNvPr id="10"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
        <p:nvSpPr>
          <p:cNvPr id="7"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extLst>
      <p:ext uri="{BB962C8B-B14F-4D97-AF65-F5344CB8AC3E}">
        <p14:creationId xmlns:p14="http://schemas.microsoft.com/office/powerpoint/2010/main" val="22560200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8277" y="1425575"/>
            <a:ext cx="5387605" cy="4719638"/>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9188" y="1425575"/>
            <a:ext cx="5387605" cy="4719638"/>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9" name="Date Placeholder 8"/>
          <p:cNvSpPr>
            <a:spLocks noGrp="1"/>
          </p:cNvSpPr>
          <p:nvPr>
            <p:ph type="dt" sz="half" idx="10"/>
          </p:nvPr>
        </p:nvSpPr>
        <p:spPr/>
        <p:txBody>
          <a:bodyPr/>
          <a:lstStyle/>
          <a:p>
            <a:r>
              <a:rPr lang="en-US"/>
              <a:t>1 January 2014</a:t>
            </a:r>
          </a:p>
        </p:txBody>
      </p:sp>
      <p:sp>
        <p:nvSpPr>
          <p:cNvPr id="10" name="Footer Placeholder 9"/>
          <p:cNvSpPr>
            <a:spLocks noGrp="1"/>
          </p:cNvSpPr>
          <p:nvPr>
            <p:ph type="ftr" sz="quarter" idx="11"/>
          </p:nvPr>
        </p:nvSpPr>
        <p:spPr/>
        <p:txBody>
          <a:bodyPr/>
          <a:lstStyle/>
          <a:p>
            <a:r>
              <a:rPr lang="en-GB"/>
              <a:t>Presentation title</a:t>
            </a:r>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12648"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9632"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0" name="Text Placeholder 9"/>
          <p:cNvSpPr>
            <a:spLocks noGrp="1"/>
          </p:cNvSpPr>
          <p:nvPr>
            <p:ph type="body" sz="quarter" idx="12"/>
          </p:nvPr>
        </p:nvSpPr>
        <p:spPr>
          <a:xfrm>
            <a:off x="612648" y="1425575"/>
            <a:ext cx="5393208" cy="640800"/>
          </a:xfr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9632" y="1425575"/>
            <a:ext cx="5393208" cy="640800"/>
          </a:xfrm>
        </p:spPr>
        <p:txBody>
          <a:bodyPr anchor="t" anchorCtr="0"/>
          <a:lstStyle>
            <a:lvl1pPr>
              <a:buNone/>
              <a:defRPr b="1">
                <a:solidFill>
                  <a:schemeClr val="bg1"/>
                </a:solidFill>
              </a:defRPr>
            </a:lvl1pPr>
          </a:lstStyle>
          <a:p>
            <a:pPr lvl="0"/>
            <a:endParaRPr lang="en-GB"/>
          </a:p>
        </p:txBody>
      </p:sp>
      <p:sp>
        <p:nvSpPr>
          <p:cNvPr id="12" name="Date Placeholder 11"/>
          <p:cNvSpPr>
            <a:spLocks noGrp="1"/>
          </p:cNvSpPr>
          <p:nvPr>
            <p:ph type="dt" sz="half" idx="14"/>
          </p:nvPr>
        </p:nvSpPr>
        <p:spPr/>
        <p:txBody>
          <a:bodyPr/>
          <a:lstStyle/>
          <a:p>
            <a:r>
              <a:rPr lang="en-US"/>
              <a:t>1 January 2014</a:t>
            </a:r>
          </a:p>
        </p:txBody>
      </p:sp>
      <p:sp>
        <p:nvSpPr>
          <p:cNvPr id="13" name="Footer Placeholder 12"/>
          <p:cNvSpPr>
            <a:spLocks noGrp="1"/>
          </p:cNvSpPr>
          <p:nvPr>
            <p:ph type="ftr" sz="quarter" idx="15"/>
          </p:nvPr>
        </p:nvSpPr>
        <p:spPr/>
        <p:txBody>
          <a:bodyPr/>
          <a:lstStyle/>
          <a:p>
            <a:r>
              <a:rPr lang="en-GB"/>
              <a:t>Presentation title</a:t>
            </a:r>
          </a:p>
        </p:txBody>
      </p:sp>
      <p:sp>
        <p:nvSpPr>
          <p:cNvPr id="14"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EYInterstate Light" panose="02000506000000020004" pitchFamily="2" charset="0"/>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6" name="Date Placeholder 5"/>
          <p:cNvSpPr>
            <a:spLocks noGrp="1"/>
          </p:cNvSpPr>
          <p:nvPr>
            <p:ph type="dt" sz="half" idx="12"/>
          </p:nvPr>
        </p:nvSpPr>
        <p:spPr/>
        <p:txBody>
          <a:bodyPr/>
          <a:lstStyle>
            <a:lvl1pPr>
              <a:defRPr>
                <a:latin typeface="EYInterstate Light" panose="02000506000000020004" pitchFamily="2" charset="0"/>
              </a:defRPr>
            </a:lvl1pPr>
          </a:lstStyle>
          <a:p>
            <a:r>
              <a:rPr lang="en-US"/>
              <a:t>1 January 2014</a:t>
            </a:r>
          </a:p>
        </p:txBody>
      </p:sp>
      <p:sp>
        <p:nvSpPr>
          <p:cNvPr id="7" name="Footer Placeholder 6"/>
          <p:cNvSpPr>
            <a:spLocks noGrp="1"/>
          </p:cNvSpPr>
          <p:nvPr>
            <p:ph type="ftr" sz="quarter" idx="13"/>
          </p:nvPr>
        </p:nvSpPr>
        <p:spPr/>
        <p:txBody>
          <a:bodyPr/>
          <a:lstStyle>
            <a:lvl1pPr>
              <a:defRPr>
                <a:latin typeface="EYInterstate Light" panose="02000506000000020004" pitchFamily="2" charset="0"/>
              </a:defRPr>
            </a:lvl1pPr>
          </a:lstStyle>
          <a:p>
            <a:r>
              <a:rPr lang="en-GB"/>
              <a:t>Presentation title</a:t>
            </a: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Tree>
    <p:extLst>
      <p:ext uri="{BB962C8B-B14F-4D97-AF65-F5344CB8AC3E}">
        <p14:creationId xmlns:p14="http://schemas.microsoft.com/office/powerpoint/2010/main" val="391301120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99994089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5"/>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lum bright="70000" contrast="-70000"/>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47235739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duotone>
                <a:schemeClr val="bg2">
                  <a:shade val="45000"/>
                  <a:satMod val="135000"/>
                </a:schemeClr>
                <a:prstClr val="white"/>
              </a:duotone>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60462886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1 January 2014</a:t>
            </a:r>
          </a:p>
        </p:txBody>
      </p:sp>
      <p:sp>
        <p:nvSpPr>
          <p:cNvPr id="5" name="Footer Placeholder 4"/>
          <p:cNvSpPr>
            <a:spLocks noGrp="1"/>
          </p:cNvSpPr>
          <p:nvPr>
            <p:ph type="ftr" sz="quarter" idx="11"/>
          </p:nvPr>
        </p:nvSpPr>
        <p:spPr/>
        <p:txBody>
          <a:bodyPr/>
          <a:lstStyle/>
          <a:p>
            <a:r>
              <a:rPr lang="en-GB"/>
              <a:t>Presentation title</a:t>
            </a:r>
          </a:p>
        </p:txBody>
      </p:sp>
      <p:sp>
        <p:nvSpPr>
          <p:cNvPr id="6"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extLst>
      <p:ext uri="{BB962C8B-B14F-4D97-AF65-F5344CB8AC3E}">
        <p14:creationId xmlns:p14="http://schemas.microsoft.com/office/powerpoint/2010/main" val="335068083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9000777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4" name="TextBox 3"/>
          <p:cNvSpPr txBox="1"/>
          <p:nvPr userDrawn="1"/>
        </p:nvSpPr>
        <p:spPr bwMode="gray">
          <a:xfrm>
            <a:off x="624744" y="620575"/>
            <a:ext cx="5476550" cy="2351250"/>
          </a:xfrm>
          <a:prstGeom prst="rect">
            <a:avLst/>
          </a:prstGeom>
          <a:noFill/>
        </p:spPr>
        <p:txBody>
          <a:bodyPr wrap="square" lIns="0" tIns="0" rIns="0" bIns="0" rtlCol="0">
            <a:noAutofit/>
          </a:bodyPr>
          <a:lstStyle/>
          <a:p>
            <a:pPr marL="0" marR="0" lvl="0" indent="0" algn="l" defTabSz="1088584" rtl="0" eaLnBrk="1" fontAlgn="auto" latinLnBrk="0" hangingPunct="1">
              <a:lnSpc>
                <a:spcPct val="100000"/>
              </a:lnSpc>
              <a:spcBef>
                <a:spcPts val="0"/>
              </a:spcBef>
              <a:spcAft>
                <a:spcPts val="1400"/>
              </a:spcAft>
              <a:buClrTx/>
              <a:buSzTx/>
              <a:buFont typeface="Arial" pitchFamily="34" charset="0"/>
              <a:buNone/>
              <a:tabLst/>
              <a:defRPr/>
            </a:pPr>
            <a:r>
              <a:rPr kumimoji="0" lang="en-US" sz="1400" b="1"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EY</a:t>
            </a:r>
            <a:r>
              <a:rPr kumimoji="0" lang="en-GB" sz="14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 | Assurance | Tax | Transactions | Advisory</a:t>
            </a:r>
          </a:p>
          <a:p>
            <a:pPr marL="0" marR="0" lvl="3" indent="0" algn="l" defTabSz="1088584" rtl="0" eaLnBrk="1" fontAlgn="auto" latinLnBrk="0" hangingPunct="1">
              <a:lnSpc>
                <a:spcPct val="100000"/>
              </a:lnSpc>
              <a:spcBef>
                <a:spcPts val="0"/>
              </a:spcBef>
              <a:spcAft>
                <a:spcPts val="1400"/>
              </a:spcAft>
              <a:buClrTx/>
              <a:buSzPct val="75000"/>
              <a:buFontTx/>
              <a:buNone/>
              <a:tabLst/>
              <a:defRPr/>
            </a:pPr>
            <a:r>
              <a:rPr kumimoji="0" lang="en-GB" sz="14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Ernst &amp; Young LLP</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 2015 Ernst &amp; Young LLP. Published in the UK.</a:t>
            </a:r>
            <a:br>
              <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br>
            <a:r>
              <a:rPr kumimoji="0" lang="en-GB" sz="1100" b="0" i="0" u="none" strike="noStrike" kern="1200" cap="none" spc="-12" normalizeH="0" baseline="0" noProof="0">
                <a:ln>
                  <a:noFill/>
                </a:ln>
                <a:solidFill>
                  <a:schemeClr val="tx1"/>
                </a:solidFill>
                <a:effectLst/>
                <a:uLnTx/>
                <a:uFillTx/>
                <a:latin typeface="EYInterstate Light" panose="02000506000000020004" pitchFamily="2" charset="0"/>
                <a:ea typeface="+mn-ea"/>
                <a:cs typeface="+mn-cs"/>
              </a:rPr>
              <a:t>All Rights Reserved.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The UK firm Ernst &amp; Young LLP is a limited liability partnership registered in England and Wales</a:t>
            </a:r>
            <a:b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b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with registered number OC300001 and is a member firm of Ernst &amp; Young Global Limited.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Ernst &amp; Young LLP, 1 More London Place, London, SE1 2AF.</a:t>
            </a:r>
          </a:p>
          <a:p>
            <a:pPr marL="0" marR="0" lvl="3" indent="0" algn="l" defTabSz="1088584" rtl="0" eaLnBrk="1" fontAlgn="auto" latinLnBrk="0" hangingPunct="1">
              <a:lnSpc>
                <a:spcPct val="100000"/>
              </a:lnSpc>
              <a:spcBef>
                <a:spcPts val="0"/>
              </a:spcBef>
              <a:spcAft>
                <a:spcPts val="522"/>
              </a:spcAft>
              <a:buClrTx/>
              <a:buSzPct val="75000"/>
              <a:buFontTx/>
              <a:buNone/>
              <a:tabLst/>
              <a:defRPr/>
            </a:pPr>
            <a:r>
              <a:rPr kumimoji="0" lang="en-GB" sz="13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ey.com</a:t>
            </a:r>
            <a:endPar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330256173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Instructions: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7547" y="201340"/>
            <a:ext cx="10579908" cy="936000"/>
          </a:xfrm>
        </p:spPr>
        <p:txBody>
          <a:bodyPr/>
          <a:lstStyle>
            <a:lvl1pPr>
              <a:defRPr baseline="0"/>
            </a:lvl1pPr>
          </a:lstStyle>
          <a:p>
            <a:r>
              <a:rPr lang="en-US"/>
              <a:t>Template instructions: bullet list structure</a:t>
            </a:r>
            <a:br>
              <a:rPr lang="en-US"/>
            </a:br>
            <a:r>
              <a:rPr lang="en-US"/>
              <a:t>(delete before printing)</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pic>
        <p:nvPicPr>
          <p:cNvPr id="7" name="Picture 6"/>
          <p:cNvPicPr>
            <a:picLocks noChangeAspect="1"/>
          </p:cNvPicPr>
          <p:nvPr userDrawn="1"/>
        </p:nvPicPr>
        <p:blipFill>
          <a:blip r:embed="rId2"/>
          <a:stretch>
            <a:fillRect/>
          </a:stretch>
        </p:blipFill>
        <p:spPr>
          <a:xfrm>
            <a:off x="735030" y="1606789"/>
            <a:ext cx="6264361" cy="971550"/>
          </a:xfrm>
          <a:prstGeom prst="rect">
            <a:avLst/>
          </a:prstGeom>
        </p:spPr>
      </p:pic>
      <p:pic>
        <p:nvPicPr>
          <p:cNvPr id="8" name="Picture 7"/>
          <p:cNvPicPr>
            <a:picLocks noChangeAspect="1"/>
          </p:cNvPicPr>
          <p:nvPr userDrawn="1"/>
        </p:nvPicPr>
        <p:blipFill>
          <a:blip r:embed="rId3"/>
          <a:stretch>
            <a:fillRect/>
          </a:stretch>
        </p:blipFill>
        <p:spPr>
          <a:xfrm>
            <a:off x="7398301" y="3774226"/>
            <a:ext cx="4193183" cy="2390775"/>
          </a:xfrm>
          <a:prstGeom prst="rect">
            <a:avLst/>
          </a:prstGeom>
        </p:spPr>
      </p:pic>
      <p:pic>
        <p:nvPicPr>
          <p:cNvPr id="11" name="Picture 10"/>
          <p:cNvPicPr>
            <a:picLocks noChangeAspect="1"/>
          </p:cNvPicPr>
          <p:nvPr userDrawn="1"/>
        </p:nvPicPr>
        <p:blipFill>
          <a:blip r:embed="rId4"/>
          <a:stretch>
            <a:fillRect/>
          </a:stretch>
        </p:blipFill>
        <p:spPr>
          <a:xfrm>
            <a:off x="7115970" y="1916833"/>
            <a:ext cx="4282129" cy="2409825"/>
          </a:xfrm>
          <a:prstGeom prst="rect">
            <a:avLst/>
          </a:prstGeom>
        </p:spPr>
      </p:pic>
      <p:sp>
        <p:nvSpPr>
          <p:cNvPr id="13" name="TextBox 12"/>
          <p:cNvSpPr txBox="1"/>
          <p:nvPr userDrawn="1"/>
        </p:nvSpPr>
        <p:spPr>
          <a:xfrm>
            <a:off x="667548" y="3121744"/>
            <a:ext cx="1219835" cy="914400"/>
          </a:xfrm>
          <a:prstGeom prst="rect">
            <a:avLst/>
          </a:prstGeom>
          <a:noFill/>
        </p:spPr>
        <p:txBody>
          <a:bodyPr wrap="none" rtlCol="0">
            <a:noAutofit/>
          </a:bodyPr>
          <a:lstStyle/>
          <a:p>
            <a:pPr>
              <a:lnSpc>
                <a:spcPct val="90000"/>
              </a:lnSpc>
              <a:spcAft>
                <a:spcPts val="600"/>
              </a:spcAft>
              <a:buClr>
                <a:srgbClr val="4F81BD"/>
              </a:buClr>
              <a:buFont typeface="Arial" panose="020B0604020202020204" pitchFamily="34" charset="0"/>
              <a:buNone/>
            </a:pPr>
            <a:r>
              <a:rPr lang="en-US" sz="1400">
                <a:solidFill>
                  <a:prstClr val="black"/>
                </a:solidFill>
              </a:rPr>
              <a:t>INFORMATION DELETED</a:t>
            </a:r>
            <a:endParaRPr lang="en-IN" sz="1400" err="1">
              <a:solidFill>
                <a:prstClr val="black"/>
              </a:solidFill>
            </a:endParaRPr>
          </a:p>
        </p:txBody>
      </p:sp>
    </p:spTree>
    <p:extLst>
      <p:ext uri="{BB962C8B-B14F-4D97-AF65-F5344CB8AC3E}">
        <p14:creationId xmlns:p14="http://schemas.microsoft.com/office/powerpoint/2010/main" val="327932679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Instructions: char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7547" y="201340"/>
            <a:ext cx="10579908" cy="936000"/>
          </a:xfrm>
        </p:spPr>
        <p:txBody>
          <a:bodyPr/>
          <a:lstStyle>
            <a:lvl1pPr>
              <a:defRPr baseline="0"/>
            </a:lvl1pPr>
          </a:lstStyle>
          <a:p>
            <a:r>
              <a:rPr lang="en-US"/>
              <a:t>Template instructions: working with charts</a:t>
            </a:r>
            <a:br>
              <a:rPr lang="en-US"/>
            </a:br>
            <a:r>
              <a:rPr lang="en-US"/>
              <a:t>(delete before printing)</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grpSp>
        <p:nvGrpSpPr>
          <p:cNvPr id="14" name="Group 13"/>
          <p:cNvGrpSpPr/>
          <p:nvPr/>
        </p:nvGrpSpPr>
        <p:grpSpPr>
          <a:xfrm>
            <a:off x="6702015" y="4581128"/>
            <a:ext cx="4803034" cy="795456"/>
            <a:chOff x="430570" y="3801203"/>
            <a:chExt cx="5647690" cy="1247775"/>
          </a:xfrm>
        </p:grpSpPr>
        <p:pic>
          <p:nvPicPr>
            <p:cNvPr id="15" name="Picture 14"/>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430570" y="3801203"/>
              <a:ext cx="5647690" cy="1247775"/>
            </a:xfrm>
            <a:prstGeom prst="rect">
              <a:avLst/>
            </a:prstGeom>
            <a:ln>
              <a:noFill/>
            </a:ln>
            <a:extLst>
              <a:ext uri="{53640926-AAD7-44D8-BBD7-CCE9431645EC}">
                <a14:shadowObscured xmlns:a14="http://schemas.microsoft.com/office/drawing/2010/main"/>
              </a:ext>
            </a:extLst>
          </p:spPr>
        </p:pic>
        <p:sp>
          <p:nvSpPr>
            <p:cNvPr id="16" name="Oval 15"/>
            <p:cNvSpPr/>
            <p:nvPr userDrawn="1"/>
          </p:nvSpPr>
          <p:spPr>
            <a:xfrm>
              <a:off x="5901564" y="4819833"/>
              <a:ext cx="123826" cy="126771"/>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sz="1800">
                <a:solidFill>
                  <a:prstClr val="white"/>
                </a:solidFill>
              </a:endParaRPr>
            </a:p>
          </p:txBody>
        </p:sp>
      </p:grpSp>
      <p:pic>
        <p:nvPicPr>
          <p:cNvPr id="8194"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696763" y="1551832"/>
            <a:ext cx="4808286" cy="2447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userDrawn="1"/>
        </p:nvSpPr>
        <p:spPr>
          <a:xfrm>
            <a:off x="431595" y="2060848"/>
            <a:ext cx="1219835" cy="914400"/>
          </a:xfrm>
          <a:prstGeom prst="rect">
            <a:avLst/>
          </a:prstGeom>
          <a:noFill/>
        </p:spPr>
        <p:txBody>
          <a:bodyPr wrap="none" rtlCol="0">
            <a:noAutofit/>
          </a:bodyPr>
          <a:lstStyle/>
          <a:p>
            <a:pPr>
              <a:lnSpc>
                <a:spcPct val="90000"/>
              </a:lnSpc>
              <a:spcAft>
                <a:spcPts val="600"/>
              </a:spcAft>
              <a:buClr>
                <a:srgbClr val="4F81BD"/>
              </a:buClr>
              <a:buFont typeface="Arial" panose="020B0604020202020204" pitchFamily="34" charset="0"/>
              <a:buNone/>
            </a:pPr>
            <a:r>
              <a:rPr lang="en-US" sz="1400">
                <a:solidFill>
                  <a:prstClr val="black"/>
                </a:solidFill>
              </a:rPr>
              <a:t>INFORMATION DELETED</a:t>
            </a:r>
            <a:endParaRPr lang="en-IN" sz="1400" err="1">
              <a:solidFill>
                <a:prstClr val="black"/>
              </a:solidFill>
            </a:endParaRPr>
          </a:p>
        </p:txBody>
      </p:sp>
    </p:spTree>
    <p:extLst>
      <p:ext uri="{BB962C8B-B14F-4D97-AF65-F5344CB8AC3E}">
        <p14:creationId xmlns:p14="http://schemas.microsoft.com/office/powerpoint/2010/main" val="61132892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Instructions: footers/ presenta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7547" y="201340"/>
            <a:ext cx="10579908" cy="936000"/>
          </a:xfrm>
        </p:spPr>
        <p:txBody>
          <a:bodyPr/>
          <a:lstStyle>
            <a:lvl1pPr>
              <a:defRPr baseline="0"/>
            </a:lvl1pPr>
          </a:lstStyle>
          <a:p>
            <a:r>
              <a:rPr lang="en-US"/>
              <a:t>Template instructions: footers/ presentation title</a:t>
            </a:r>
            <a:br>
              <a:rPr lang="en-US"/>
            </a:br>
            <a:r>
              <a:rPr lang="en-US"/>
              <a:t>(delete before printing)</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pic>
        <p:nvPicPr>
          <p:cNvPr id="9218"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643154" y="1474477"/>
            <a:ext cx="4881745" cy="28383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434560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Instructions: full bleed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7547" y="201340"/>
            <a:ext cx="10579908" cy="936000"/>
          </a:xfrm>
        </p:spPr>
        <p:txBody>
          <a:bodyPr/>
          <a:lstStyle>
            <a:lvl1pPr>
              <a:defRPr baseline="0"/>
            </a:lvl1pPr>
          </a:lstStyle>
          <a:p>
            <a:r>
              <a:rPr lang="en-US"/>
              <a:t>Template instructions: working with full bleed images</a:t>
            </a:r>
            <a:br>
              <a:rPr lang="en-US"/>
            </a:br>
            <a:r>
              <a:rPr lang="en-US"/>
              <a:t>(delete before printing)</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pic>
        <p:nvPicPr>
          <p:cNvPr id="10243" name="Picture 3"/>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80512" y="1485901"/>
            <a:ext cx="4544387" cy="25585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Group 5"/>
          <p:cNvGrpSpPr/>
          <p:nvPr/>
        </p:nvGrpSpPr>
        <p:grpSpPr>
          <a:xfrm>
            <a:off x="5044798" y="3030860"/>
            <a:ext cx="4706973" cy="2736304"/>
            <a:chOff x="3781629" y="3242286"/>
            <a:chExt cx="3528392" cy="2736304"/>
          </a:xfrm>
        </p:grpSpPr>
        <p:pic>
          <p:nvPicPr>
            <p:cNvPr id="10246" name="Picture 6"/>
            <p:cNvPicPr>
              <a:picLocks noChangeAspect="1" noChangeArrowheads="1"/>
            </p:cNvPicPr>
            <p:nvPr userDrawn="1"/>
          </p:nvPicPr>
          <p:blipFill rotWithShape="1">
            <a:blip r:embed="rId3" cstate="email">
              <a:extLst>
                <a:ext uri="{28A0092B-C50C-407E-A947-70E740481C1C}">
                  <a14:useLocalDpi xmlns:a14="http://schemas.microsoft.com/office/drawing/2010/main"/>
                </a:ext>
              </a:extLst>
            </a:blip>
            <a:srcRect/>
            <a:stretch/>
          </p:blipFill>
          <p:spPr bwMode="auto">
            <a:xfrm>
              <a:off x="3781629" y="3242286"/>
              <a:ext cx="3528392" cy="2736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Oval 21"/>
            <p:cNvSpPr/>
            <p:nvPr userDrawn="1"/>
          </p:nvSpPr>
          <p:spPr>
            <a:xfrm>
              <a:off x="3781629" y="5801507"/>
              <a:ext cx="178532" cy="1623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solidFill>
                  <a:prstClr val="white"/>
                </a:solidFill>
              </a:endParaRPr>
            </a:p>
          </p:txBody>
        </p:sp>
        <p:sp>
          <p:nvSpPr>
            <p:cNvPr id="23" name="Oval 22"/>
            <p:cNvSpPr/>
            <p:nvPr userDrawn="1"/>
          </p:nvSpPr>
          <p:spPr>
            <a:xfrm>
              <a:off x="5642595" y="3427934"/>
              <a:ext cx="147547" cy="134134"/>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solidFill>
                  <a:prstClr val="white"/>
                </a:solidFill>
              </a:endParaRPr>
            </a:p>
          </p:txBody>
        </p:sp>
      </p:grpSp>
    </p:spTree>
    <p:extLst>
      <p:ext uri="{BB962C8B-B14F-4D97-AF65-F5344CB8AC3E}">
        <p14:creationId xmlns:p14="http://schemas.microsoft.com/office/powerpoint/2010/main" val="137954703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Template instructions: Colour Palette</a:t>
            </a:r>
            <a:br>
              <a:rPr lang="en-US"/>
            </a:br>
            <a:r>
              <a:rPr lang="en-US"/>
              <a:t>(delete before printing)</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sp>
        <p:nvSpPr>
          <p:cNvPr id="13" name="TextBox 12"/>
          <p:cNvSpPr txBox="1"/>
          <p:nvPr userDrawn="1"/>
        </p:nvSpPr>
        <p:spPr>
          <a:xfrm>
            <a:off x="7732207" y="1556793"/>
            <a:ext cx="60990" cy="45719"/>
          </a:xfrm>
          <a:prstGeom prst="rect">
            <a:avLst/>
          </a:prstGeom>
          <a:noFill/>
        </p:spPr>
        <p:txBody>
          <a:bodyPr wrap="square" rtlCol="0">
            <a:noAutofit/>
          </a:bodyPr>
          <a:lstStyle/>
          <a:p>
            <a:pPr>
              <a:lnSpc>
                <a:spcPct val="90000"/>
              </a:lnSpc>
              <a:spcAft>
                <a:spcPts val="600"/>
              </a:spcAft>
              <a:buClr>
                <a:srgbClr val="4F81BD"/>
              </a:buClr>
              <a:buFont typeface="Arial" panose="020B0604020202020204" pitchFamily="34" charset="0"/>
              <a:buNone/>
            </a:pPr>
            <a:endParaRPr lang="en-IN" sz="1400" err="1">
              <a:solidFill>
                <a:prstClr val="black"/>
              </a:solidFill>
            </a:endParaRPr>
          </a:p>
        </p:txBody>
      </p:sp>
      <p:sp>
        <p:nvSpPr>
          <p:cNvPr id="14" name="TextBox 13"/>
          <p:cNvSpPr txBox="1"/>
          <p:nvPr userDrawn="1"/>
        </p:nvSpPr>
        <p:spPr>
          <a:xfrm>
            <a:off x="7444024" y="2060848"/>
            <a:ext cx="4130609" cy="648072"/>
          </a:xfrm>
          <a:prstGeom prst="rect">
            <a:avLst/>
          </a:prstGeom>
          <a:noFill/>
        </p:spPr>
        <p:txBody>
          <a:bodyPr wrap="square" rtlCol="0">
            <a:noAutofit/>
          </a:bodyPr>
          <a:lstStyle/>
          <a:p>
            <a:pPr>
              <a:lnSpc>
                <a:spcPct val="90000"/>
              </a:lnSpc>
              <a:spcAft>
                <a:spcPts val="600"/>
              </a:spcAft>
              <a:buClr>
                <a:srgbClr val="4F81BD"/>
              </a:buClr>
              <a:buFont typeface="Arial" panose="020B0604020202020204" pitchFamily="34" charset="0"/>
              <a:buNone/>
            </a:pPr>
            <a:r>
              <a:rPr lang="en-US" sz="1400">
                <a:solidFill>
                  <a:prstClr val="black"/>
                </a:solidFill>
              </a:rPr>
              <a:t>IMAGE DELETED</a:t>
            </a:r>
            <a:endParaRPr lang="en-IN" sz="1400" err="1">
              <a:solidFill>
                <a:prstClr val="black"/>
              </a:solidFill>
            </a:endParaRPr>
          </a:p>
        </p:txBody>
      </p:sp>
      <p:sp>
        <p:nvSpPr>
          <p:cNvPr id="15" name="TextBox 14"/>
          <p:cNvSpPr txBox="1"/>
          <p:nvPr userDrawn="1"/>
        </p:nvSpPr>
        <p:spPr>
          <a:xfrm>
            <a:off x="527656" y="2060848"/>
            <a:ext cx="1219835" cy="914400"/>
          </a:xfrm>
          <a:prstGeom prst="rect">
            <a:avLst/>
          </a:prstGeom>
          <a:noFill/>
        </p:spPr>
        <p:txBody>
          <a:bodyPr wrap="none" rtlCol="0">
            <a:noAutofit/>
          </a:bodyPr>
          <a:lstStyle/>
          <a:p>
            <a:pPr>
              <a:lnSpc>
                <a:spcPct val="90000"/>
              </a:lnSpc>
              <a:spcAft>
                <a:spcPts val="600"/>
              </a:spcAft>
              <a:buClr>
                <a:srgbClr val="4F81BD"/>
              </a:buClr>
              <a:buFont typeface="Arial" panose="020B0604020202020204" pitchFamily="34" charset="0"/>
              <a:buNone/>
            </a:pPr>
            <a:r>
              <a:rPr lang="en-US" sz="1400">
                <a:solidFill>
                  <a:prstClr val="black"/>
                </a:solidFill>
              </a:rPr>
              <a:t>INFORMATION DELETED</a:t>
            </a:r>
            <a:endParaRPr lang="en-IN" sz="1400" err="1">
              <a:solidFill>
                <a:prstClr val="black"/>
              </a:solidFill>
            </a:endParaRPr>
          </a:p>
        </p:txBody>
      </p:sp>
    </p:spTree>
    <p:extLst>
      <p:ext uri="{BB962C8B-B14F-4D97-AF65-F5344CB8AC3E}">
        <p14:creationId xmlns:p14="http://schemas.microsoft.com/office/powerpoint/2010/main" val="140193022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sp>
        <p:nvSpPr>
          <p:cNvPr id="6" name="Text Placeholder 6"/>
          <p:cNvSpPr>
            <a:spLocks noGrp="1"/>
          </p:cNvSpPr>
          <p:nvPr>
            <p:ph type="body" sz="quarter" idx="13"/>
          </p:nvPr>
        </p:nvSpPr>
        <p:spPr>
          <a:xfrm>
            <a:off x="691560" y="1485900"/>
            <a:ext cx="10857801" cy="4197350"/>
          </a:xfrm>
        </p:spPr>
        <p:txBody>
          <a:bodyPr>
            <a:noAutofit/>
          </a:bodyPr>
          <a:lstStyle>
            <a:lvl1pPr marL="0" indent="-288000">
              <a:buClr>
                <a:schemeClr val="accent1"/>
              </a:buClr>
              <a:buFont typeface="+mj-lt"/>
              <a:buAutoNum type="arabicPeriod"/>
              <a:defRPr sz="2000"/>
            </a:lvl1pPr>
            <a:lvl2pPr marL="504000">
              <a:defRPr sz="2000"/>
            </a:lvl2pPr>
            <a:lvl3pPr marL="720000">
              <a:defRPr sz="1800"/>
            </a:lvl3pPr>
            <a:lvl4pPr marL="936000">
              <a:defRPr sz="1600"/>
            </a:lvl4pPr>
            <a:lvl5pPr marL="1152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TextBox 6"/>
          <p:cNvSpPr txBox="1"/>
          <p:nvPr userDrawn="1"/>
        </p:nvSpPr>
        <p:spPr>
          <a:xfrm>
            <a:off x="527656" y="6446575"/>
            <a:ext cx="384819" cy="215444"/>
          </a:xfrm>
          <a:prstGeom prst="rect">
            <a:avLst/>
          </a:prstGeom>
        </p:spPr>
        <p:txBody>
          <a:bodyPr vert="horz" wrap="square" lIns="0" tIns="0" rIns="0" bIns="0" rtlCol="0" anchor="ctr">
            <a:spAutoFit/>
          </a:bodyPr>
          <a:lstStyle>
            <a:defPPr>
              <a:defRPr lang="en-US"/>
            </a:defPPr>
            <a:lvl1pPr algn="r">
              <a:defRPr sz="1000">
                <a:solidFill>
                  <a:schemeClr val="tx1">
                    <a:tint val="75000"/>
                  </a:schemeClr>
                </a:solidFill>
                <a:latin typeface="Arial" pitchFamily="34" charset="0"/>
                <a:cs typeface="Arial" pitchFamily="34" charset="0"/>
              </a:defRPr>
            </a:lvl1pPr>
          </a:lstStyle>
          <a:p>
            <a:pPr algn="l"/>
            <a:fld id="{7339EE8E-2A5E-4C4D-876A-62CFB4260EE7}" type="slidenum">
              <a:rPr lang="en-US" sz="1400" b="1" smtClean="0">
                <a:solidFill>
                  <a:srgbClr val="4F81BD"/>
                </a:solidFill>
              </a:rPr>
              <a:pPr algn="l"/>
              <a:t>‹#›</a:t>
            </a:fld>
            <a:endParaRPr lang="en-AU" sz="1400" b="1">
              <a:solidFill>
                <a:srgbClr val="4F81BD"/>
              </a:solidFill>
            </a:endParaRPr>
          </a:p>
        </p:txBody>
      </p:sp>
    </p:spTree>
    <p:extLst>
      <p:ext uri="{BB962C8B-B14F-4D97-AF65-F5344CB8AC3E}">
        <p14:creationId xmlns:p14="http://schemas.microsoft.com/office/powerpoint/2010/main" val="309104562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350073157"/>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2" name="Title 1"/>
          <p:cNvSpPr>
            <a:spLocks noGrp="1"/>
          </p:cNvSpPr>
          <p:nvPr>
            <p:ph type="title"/>
          </p:nvPr>
        </p:nvSpPr>
        <p:spPr/>
        <p:txBody>
          <a:bodyPr tIns="108000" anchor="t"/>
          <a:lstStyle/>
          <a:p>
            <a:r>
              <a:rPr lang="en-US"/>
              <a:t>Click to edit Master title style</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6" name="Text Placeholder 6"/>
          <p:cNvSpPr>
            <a:spLocks noGrp="1"/>
          </p:cNvSpPr>
          <p:nvPr>
            <p:ph type="body" sz="quarter" idx="13"/>
          </p:nvPr>
        </p:nvSpPr>
        <p:spPr>
          <a:xfrm>
            <a:off x="691560" y="1485900"/>
            <a:ext cx="10857801" cy="4197350"/>
          </a:xfrm>
        </p:spPr>
        <p:txBody>
          <a:bodyPr>
            <a:noAutofit/>
          </a:bodyPr>
          <a:lstStyle>
            <a:lvl1pPr>
              <a:defRPr sz="20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sp>
        <p:nvSpPr>
          <p:cNvPr id="8" name="TextBox 7"/>
          <p:cNvSpPr txBox="1"/>
          <p:nvPr userDrawn="1"/>
        </p:nvSpPr>
        <p:spPr>
          <a:xfrm>
            <a:off x="527656" y="6469658"/>
            <a:ext cx="384819" cy="169277"/>
          </a:xfrm>
          <a:prstGeom prst="rect">
            <a:avLst/>
          </a:prstGeom>
        </p:spPr>
        <p:txBody>
          <a:bodyPr vert="horz" wrap="square" lIns="0" tIns="0" rIns="0" bIns="0" rtlCol="0" anchor="ctr">
            <a:spAutoFit/>
          </a:bodyPr>
          <a:lstStyle>
            <a:defPPr>
              <a:defRPr lang="en-US"/>
            </a:defPPr>
            <a:lvl1pPr algn="r">
              <a:defRPr sz="1000">
                <a:solidFill>
                  <a:schemeClr val="tx1">
                    <a:tint val="75000"/>
                  </a:schemeClr>
                </a:solidFill>
                <a:latin typeface="Arial" pitchFamily="34" charset="0"/>
                <a:cs typeface="Arial" pitchFamily="34" charset="0"/>
              </a:defRPr>
            </a:lvl1pPr>
          </a:lstStyle>
          <a:p>
            <a:pPr algn="l"/>
            <a:fld id="{7339EE8E-2A5E-4C4D-876A-62CFB4260EE7}" type="slidenum">
              <a:rPr lang="en-US" sz="1100" b="1" smtClean="0">
                <a:solidFill>
                  <a:srgbClr val="4F81BD"/>
                </a:solidFill>
              </a:rPr>
              <a:pPr algn="l"/>
              <a:t>‹#›</a:t>
            </a:fld>
            <a:endParaRPr lang="en-AU" sz="1100" b="1">
              <a:solidFill>
                <a:srgbClr val="4F81BD"/>
              </a:solidFill>
            </a:endParaRPr>
          </a:p>
        </p:txBody>
      </p:sp>
    </p:spTree>
    <p:extLst>
      <p:ext uri="{BB962C8B-B14F-4D97-AF65-F5344CB8AC3E}">
        <p14:creationId xmlns:p14="http://schemas.microsoft.com/office/powerpoint/2010/main" val="47312925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and Qua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AU"/>
              <a:t>Slide title</a:t>
            </a:r>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DB903B5B-AAE1-4BDB-919F-3CCA8D83F937}" type="slidenum">
              <a:rPr lang="en-AU" smtClean="0">
                <a:solidFill>
                  <a:srgbClr val="4F81BD"/>
                </a:solidFill>
              </a:rPr>
              <a:pPr/>
              <a:t>‹#›</a:t>
            </a:fld>
            <a:endParaRPr lang="en-AU">
              <a:solidFill>
                <a:srgbClr val="4F81BD"/>
              </a:solidFill>
            </a:endParaRPr>
          </a:p>
        </p:txBody>
      </p:sp>
      <p:sp>
        <p:nvSpPr>
          <p:cNvPr id="10" name="Content Placeholder 6"/>
          <p:cNvSpPr>
            <a:spLocks noGrp="1"/>
          </p:cNvSpPr>
          <p:nvPr>
            <p:ph sz="quarter" idx="16" hasCustomPrompt="1"/>
          </p:nvPr>
        </p:nvSpPr>
        <p:spPr>
          <a:xfrm>
            <a:off x="692443" y="1484314"/>
            <a:ext cx="5254252" cy="2016695"/>
          </a:xfrm>
        </p:spPr>
        <p:txBody>
          <a:bodyPr/>
          <a:lstStyle>
            <a:lvl1pPr>
              <a:defRPr sz="1600" baseline="0"/>
            </a:lvl1pPr>
            <a:lvl2pPr>
              <a:defRPr sz="1600"/>
            </a:lvl2pPr>
            <a:lvl3pPr>
              <a:defRPr sz="1400"/>
            </a:lvl3pPr>
            <a:lvl4pPr>
              <a:defRPr sz="1200"/>
            </a:lvl4pPr>
            <a:lvl5pPr>
              <a:defRPr sz="1200"/>
            </a:lvl5pPr>
          </a:lstStyle>
          <a:p>
            <a:pPr lvl="0"/>
            <a:r>
              <a:rPr lang="en-US"/>
              <a:t>Click to insert text or content</a:t>
            </a:r>
          </a:p>
          <a:p>
            <a:pPr lvl="1"/>
            <a:r>
              <a:rPr lang="en-US"/>
              <a:t>Second level</a:t>
            </a:r>
          </a:p>
          <a:p>
            <a:pPr lvl="2"/>
            <a:r>
              <a:rPr lang="en-US"/>
              <a:t>Third level</a:t>
            </a:r>
          </a:p>
          <a:p>
            <a:pPr lvl="3"/>
            <a:r>
              <a:rPr lang="en-US"/>
              <a:t>Fourth level</a:t>
            </a:r>
          </a:p>
          <a:p>
            <a:pPr lvl="4"/>
            <a:r>
              <a:rPr lang="en-US"/>
              <a:t>Fifth level</a:t>
            </a:r>
            <a:endParaRPr lang="en-AU"/>
          </a:p>
        </p:txBody>
      </p:sp>
      <p:sp>
        <p:nvSpPr>
          <p:cNvPr id="9" name="Content Placeholder 6"/>
          <p:cNvSpPr>
            <a:spLocks noGrp="1"/>
          </p:cNvSpPr>
          <p:nvPr>
            <p:ph sz="quarter" idx="17" hasCustomPrompt="1"/>
          </p:nvPr>
        </p:nvSpPr>
        <p:spPr>
          <a:xfrm>
            <a:off x="692443" y="3632324"/>
            <a:ext cx="5254252" cy="2016000"/>
          </a:xfrm>
        </p:spPr>
        <p:txBody>
          <a:bodyPr/>
          <a:lstStyle>
            <a:lvl1pPr>
              <a:defRPr sz="1600" baseline="0"/>
            </a:lvl1pPr>
            <a:lvl2pPr>
              <a:defRPr sz="1600"/>
            </a:lvl2pPr>
            <a:lvl3pPr>
              <a:defRPr sz="1400"/>
            </a:lvl3pPr>
            <a:lvl4pPr>
              <a:defRPr sz="1200"/>
            </a:lvl4pPr>
            <a:lvl5pPr>
              <a:defRPr sz="1200"/>
            </a:lvl5pPr>
          </a:lstStyle>
          <a:p>
            <a:pPr lvl="0"/>
            <a:r>
              <a:rPr lang="en-US"/>
              <a:t>Click to insert text or content</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Content Placeholder 6"/>
          <p:cNvSpPr>
            <a:spLocks noGrp="1"/>
          </p:cNvSpPr>
          <p:nvPr>
            <p:ph sz="quarter" idx="18" hasCustomPrompt="1"/>
          </p:nvPr>
        </p:nvSpPr>
        <p:spPr>
          <a:xfrm>
            <a:off x="6217770" y="1484314"/>
            <a:ext cx="5287507" cy="2016695"/>
          </a:xfrm>
        </p:spPr>
        <p:txBody>
          <a:bodyPr/>
          <a:lstStyle>
            <a:lvl1pPr>
              <a:defRPr sz="1600" baseline="0"/>
            </a:lvl1pPr>
            <a:lvl2pPr>
              <a:defRPr sz="1600"/>
            </a:lvl2pPr>
            <a:lvl3pPr>
              <a:defRPr sz="1400"/>
            </a:lvl3pPr>
            <a:lvl4pPr>
              <a:defRPr sz="1200"/>
            </a:lvl4pPr>
            <a:lvl5pPr>
              <a:defRPr sz="1200"/>
            </a:lvl5pPr>
          </a:lstStyle>
          <a:p>
            <a:pPr lvl="0"/>
            <a:r>
              <a:rPr lang="en-US"/>
              <a:t>Click to insert text or content</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Content Placeholder 6"/>
          <p:cNvSpPr>
            <a:spLocks noGrp="1"/>
          </p:cNvSpPr>
          <p:nvPr>
            <p:ph sz="quarter" idx="19" hasCustomPrompt="1"/>
          </p:nvPr>
        </p:nvSpPr>
        <p:spPr>
          <a:xfrm>
            <a:off x="6217770" y="3632324"/>
            <a:ext cx="5287507" cy="2016000"/>
          </a:xfrm>
        </p:spPr>
        <p:txBody>
          <a:bodyPr/>
          <a:lstStyle>
            <a:lvl1pPr>
              <a:defRPr sz="1600" baseline="0"/>
            </a:lvl1pPr>
            <a:lvl2pPr>
              <a:defRPr sz="1600"/>
            </a:lvl2pPr>
            <a:lvl3pPr>
              <a:defRPr sz="1400"/>
            </a:lvl3pPr>
            <a:lvl4pPr>
              <a:defRPr sz="1200"/>
            </a:lvl4pPr>
            <a:lvl5pPr>
              <a:defRPr sz="1200"/>
            </a:lvl5pPr>
          </a:lstStyle>
          <a:p>
            <a:pPr lvl="0"/>
            <a:r>
              <a:rPr lang="en-US"/>
              <a:t>Click to insert text or content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91753597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Cover">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208972611"/>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4" name="Text Placeholder 22"/>
          <p:cNvSpPr>
            <a:spLocks noGrp="1"/>
          </p:cNvSpPr>
          <p:nvPr>
            <p:ph type="body" sz="quarter" idx="15" hasCustomPrompt="1"/>
          </p:nvPr>
        </p:nvSpPr>
        <p:spPr>
          <a:xfrm>
            <a:off x="1008525" y="2872800"/>
            <a:ext cx="8836600" cy="1474304"/>
          </a:xfrm>
          <a:prstGeom prst="rect">
            <a:avLst/>
          </a:prstGeom>
        </p:spPr>
        <p:txBody>
          <a:bodyPr lIns="0" tIns="0" rIns="0" bIns="0"/>
          <a:lstStyle>
            <a:lvl1pPr algn="l" defTabSz="914400" rtl="0" eaLnBrk="1" latinLnBrk="0" hangingPunct="1">
              <a:lnSpc>
                <a:spcPct val="90000"/>
              </a:lnSpc>
              <a:spcBef>
                <a:spcPct val="0"/>
              </a:spcBef>
              <a:spcAft>
                <a:spcPts val="0"/>
              </a:spcAft>
              <a:buNone/>
              <a:defRPr lang="en-US" sz="4400" b="1" kern="1200" dirty="0" smtClean="0">
                <a:solidFill>
                  <a:schemeClr val="accent2"/>
                </a:solidFill>
                <a:latin typeface="Arial" pitchFamily="34" charset="0"/>
                <a:ea typeface="+mj-ea"/>
                <a:cs typeface="Arial" pitchFamily="34" charset="0"/>
              </a:defRPr>
            </a:lvl1pPr>
            <a:lvl2pPr marL="0" indent="0">
              <a:lnSpc>
                <a:spcPct val="90000"/>
              </a:lnSpc>
              <a:spcBef>
                <a:spcPts val="600"/>
              </a:spcBef>
              <a:buFontTx/>
              <a:buNone/>
              <a:defRPr lang="en-US" sz="2200" b="1" kern="1200" dirty="0" smtClean="0">
                <a:solidFill>
                  <a:schemeClr val="accent1"/>
                </a:solidFill>
                <a:latin typeface="Arial" pitchFamily="34" charset="0"/>
                <a:ea typeface="+mn-ea"/>
                <a:cs typeface="Arial" pitchFamily="34" charset="0"/>
              </a:defRPr>
            </a:lvl2pPr>
          </a:lstStyle>
          <a:p>
            <a:pPr lvl="0"/>
            <a:r>
              <a:rPr lang="en-US"/>
              <a:t>Click to add title</a:t>
            </a:r>
          </a:p>
          <a:p>
            <a:pPr lvl="1"/>
            <a:r>
              <a:rPr lang="en-US"/>
              <a:t>Second level</a:t>
            </a:r>
          </a:p>
        </p:txBody>
      </p:sp>
      <p:sp>
        <p:nvSpPr>
          <p:cNvPr id="5" name="Text Placeholder 2"/>
          <p:cNvSpPr>
            <a:spLocks noGrp="1"/>
          </p:cNvSpPr>
          <p:nvPr>
            <p:ph type="body" idx="10" hasCustomPrompt="1"/>
          </p:nvPr>
        </p:nvSpPr>
        <p:spPr>
          <a:xfrm>
            <a:off x="1009027" y="4555232"/>
            <a:ext cx="6271898" cy="601961"/>
          </a:xfrm>
          <a:prstGeom prst="rect">
            <a:avLst/>
          </a:prstGeom>
        </p:spPr>
        <p:txBody>
          <a:bodyPr lIns="0" tIns="0" rIns="0" bIns="0" anchor="t"/>
          <a:lstStyle>
            <a:lvl1pPr marL="0" indent="0">
              <a:lnSpc>
                <a:spcPct val="90000"/>
              </a:lnSpc>
              <a:spcBef>
                <a:spcPts val="0"/>
              </a:spcBef>
              <a:spcAft>
                <a:spcPts val="600"/>
              </a:spcAft>
              <a:buNone/>
              <a:tabLst/>
              <a:defRPr sz="1600" b="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Presenter Name</a:t>
            </a:r>
          </a:p>
        </p:txBody>
      </p:sp>
      <p:sp>
        <p:nvSpPr>
          <p:cNvPr id="6" name="Text Placeholder 2"/>
          <p:cNvSpPr>
            <a:spLocks noGrp="1"/>
          </p:cNvSpPr>
          <p:nvPr>
            <p:ph type="body" idx="11" hasCustomPrompt="1"/>
          </p:nvPr>
        </p:nvSpPr>
        <p:spPr>
          <a:xfrm>
            <a:off x="1009027" y="5202000"/>
            <a:ext cx="6271898" cy="244800"/>
          </a:xfrm>
          <a:prstGeom prst="rect">
            <a:avLst/>
          </a:prstGeom>
        </p:spPr>
        <p:txBody>
          <a:bodyPr lIns="0" tIns="0" rIns="0" bIns="0" anchor="ctr" anchorCtr="0"/>
          <a:lstStyle>
            <a:lvl1pPr marL="0" indent="0">
              <a:buNone/>
              <a:tabLst/>
              <a:defRPr sz="16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Presentation date</a:t>
            </a:r>
          </a:p>
        </p:txBody>
      </p:sp>
    </p:spTree>
    <p:extLst>
      <p:ext uri="{BB962C8B-B14F-4D97-AF65-F5344CB8AC3E}">
        <p14:creationId xmlns:p14="http://schemas.microsoft.com/office/powerpoint/2010/main" val="277902799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262976103"/>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4" name="Text Placeholder 2"/>
          <p:cNvSpPr>
            <a:spLocks noGrp="1"/>
          </p:cNvSpPr>
          <p:nvPr>
            <p:ph type="body" idx="1" hasCustomPrompt="1"/>
          </p:nvPr>
        </p:nvSpPr>
        <p:spPr>
          <a:xfrm>
            <a:off x="1009027" y="3797584"/>
            <a:ext cx="4082125" cy="1251712"/>
          </a:xfrm>
          <a:prstGeom prst="rect">
            <a:avLst/>
          </a:prstGeom>
        </p:spPr>
        <p:txBody>
          <a:bodyPr lIns="0" tIns="0" rIns="0" bIns="0" anchor="t"/>
          <a:lstStyle>
            <a:lvl1pPr marL="0" indent="0" algn="l">
              <a:lnSpc>
                <a:spcPct val="100000"/>
              </a:lnSpc>
              <a:spcAft>
                <a:spcPts val="0"/>
              </a:spcAft>
              <a:buNone/>
              <a:defRPr sz="1600" b="1" baseline="0">
                <a:solidFill>
                  <a:schemeClr val="accent2"/>
                </a:solidFill>
                <a:latin typeface="Calibri" panose="020F0502020204030204" pitchFamily="34" charset="0"/>
              </a:defRPr>
            </a:lvl1pPr>
            <a:lvl2pPr marL="0" indent="0">
              <a:spcBef>
                <a:spcPts val="0"/>
              </a:spcBef>
              <a:buNone/>
              <a:defRPr sz="1600" baseline="0">
                <a:solidFill>
                  <a:schemeClr val="accent2"/>
                </a:solidFill>
              </a:defRPr>
            </a:lvl2pPr>
            <a:lvl3pPr marL="0" indent="0">
              <a:spcBef>
                <a:spcPts val="0"/>
              </a:spcBef>
              <a:buNone/>
              <a:defRPr sz="1600" b="1">
                <a:solidFill>
                  <a:schemeClr val="accent2"/>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Contact details</a:t>
            </a:r>
          </a:p>
        </p:txBody>
      </p:sp>
      <p:sp>
        <p:nvSpPr>
          <p:cNvPr id="6" name="Title 1"/>
          <p:cNvSpPr>
            <a:spLocks noGrp="1"/>
          </p:cNvSpPr>
          <p:nvPr>
            <p:ph type="ctrTitle" hasCustomPrompt="1"/>
          </p:nvPr>
        </p:nvSpPr>
        <p:spPr>
          <a:xfrm>
            <a:off x="1009027" y="2872559"/>
            <a:ext cx="8836600" cy="675056"/>
          </a:xfrm>
          <a:prstGeom prst="rect">
            <a:avLst/>
          </a:prstGeom>
        </p:spPr>
        <p:txBody>
          <a:bodyPr lIns="0" tIns="0" rIns="0" bIns="0" anchor="t" anchorCtr="0"/>
          <a:lstStyle>
            <a:lvl1pPr algn="l">
              <a:lnSpc>
                <a:spcPct val="90000"/>
              </a:lnSpc>
              <a:defRPr sz="4400" b="1">
                <a:solidFill>
                  <a:schemeClr val="accent2"/>
                </a:solidFill>
                <a:latin typeface="Calibri" panose="020F0502020204030204" pitchFamily="34" charset="0"/>
              </a:defRPr>
            </a:lvl1pPr>
          </a:lstStyle>
          <a:p>
            <a:r>
              <a:rPr lang="en-US"/>
              <a:t>Thank you</a:t>
            </a:r>
            <a:endParaRPr lang="en-AU"/>
          </a:p>
        </p:txBody>
      </p:sp>
      <p:sp>
        <p:nvSpPr>
          <p:cNvPr id="7" name="Text Placeholder 2"/>
          <p:cNvSpPr>
            <a:spLocks noGrp="1"/>
          </p:cNvSpPr>
          <p:nvPr>
            <p:ph type="body" idx="10" hasCustomPrompt="1"/>
          </p:nvPr>
        </p:nvSpPr>
        <p:spPr>
          <a:xfrm>
            <a:off x="5249917" y="3797584"/>
            <a:ext cx="4082125" cy="1251712"/>
          </a:xfrm>
          <a:prstGeom prst="rect">
            <a:avLst/>
          </a:prstGeom>
        </p:spPr>
        <p:txBody>
          <a:bodyPr lIns="0" tIns="0" rIns="0" bIns="0" anchor="t"/>
          <a:lstStyle>
            <a:lvl1pPr marL="0" indent="0" algn="l">
              <a:lnSpc>
                <a:spcPct val="100000"/>
              </a:lnSpc>
              <a:spcAft>
                <a:spcPts val="0"/>
              </a:spcAft>
              <a:buNone/>
              <a:defRPr sz="1600" b="1" baseline="0">
                <a:solidFill>
                  <a:schemeClr val="accent2"/>
                </a:solidFill>
                <a:latin typeface="Calibri" panose="020F0502020204030204" pitchFamily="34" charset="0"/>
              </a:defRPr>
            </a:lvl1pPr>
            <a:lvl2pPr marL="0" indent="0">
              <a:spcBef>
                <a:spcPts val="0"/>
              </a:spcBef>
              <a:buNone/>
              <a:defRPr sz="1600" baseline="0">
                <a:solidFill>
                  <a:schemeClr val="accent2"/>
                </a:solidFill>
              </a:defRPr>
            </a:lvl2pPr>
            <a:lvl3pPr marL="0" indent="0">
              <a:spcBef>
                <a:spcPts val="0"/>
              </a:spcBef>
              <a:buNone/>
              <a:defRPr sz="1600" b="1">
                <a:solidFill>
                  <a:schemeClr val="accent2"/>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Contact details</a:t>
            </a:r>
          </a:p>
        </p:txBody>
      </p:sp>
    </p:spTree>
    <p:extLst>
      <p:ext uri="{BB962C8B-B14F-4D97-AF65-F5344CB8AC3E}">
        <p14:creationId xmlns:p14="http://schemas.microsoft.com/office/powerpoint/2010/main" val="379469725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266348985"/>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2" name="Title 1"/>
          <p:cNvSpPr>
            <a:spLocks noGrp="1"/>
          </p:cNvSpPr>
          <p:nvPr>
            <p:ph type="ctrTitle"/>
          </p:nvPr>
        </p:nvSpPr>
        <p:spPr>
          <a:xfrm>
            <a:off x="3025191" y="777600"/>
            <a:ext cx="7369607" cy="860400"/>
          </a:xfrm>
        </p:spPr>
        <p:txBody>
          <a:bodyPr/>
          <a:lstStyle>
            <a:lvl1pPr>
              <a:defRPr>
                <a:solidFill>
                  <a:schemeClr val="bg1"/>
                </a:solidFill>
                <a:latin typeface="EYInterstate"/>
                <a:cs typeface="Arial" pitchFamily="34" charset="0"/>
                <a:sym typeface="EYInterstate"/>
              </a:defRPr>
            </a:lvl1pPr>
          </a:lstStyle>
          <a:p>
            <a:r>
              <a:rPr lang="en-US"/>
              <a:t>Click to edit Master title style</a:t>
            </a:r>
            <a:endParaRPr lang="en-GB"/>
          </a:p>
        </p:txBody>
      </p:sp>
      <p:sp>
        <p:nvSpPr>
          <p:cNvPr id="3" name="Subtitle 2"/>
          <p:cNvSpPr>
            <a:spLocks noGrp="1"/>
          </p:cNvSpPr>
          <p:nvPr>
            <p:ph type="subTitle" idx="1"/>
          </p:nvPr>
        </p:nvSpPr>
        <p:spPr>
          <a:xfrm>
            <a:off x="3025191" y="1753200"/>
            <a:ext cx="7369607" cy="968400"/>
          </a:xfrm>
        </p:spPr>
        <p:txBody>
          <a:bodyPr/>
          <a:lstStyle>
            <a:lvl1pPr marL="0" indent="0" algn="l">
              <a:buNone/>
              <a:defRPr sz="2000">
                <a:solidFill>
                  <a:schemeClr val="bg1"/>
                </a:solidFill>
                <a:latin typeface="EYInterstate"/>
                <a:cs typeface="Arial" pitchFamily="34" charset="0"/>
                <a:sym typeface="EYInterstate"/>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grpSp>
        <p:nvGrpSpPr>
          <p:cNvPr id="12" name="Group 11"/>
          <p:cNvGrpSpPr/>
          <p:nvPr userDrawn="1"/>
        </p:nvGrpSpPr>
        <p:grpSpPr>
          <a:xfrm>
            <a:off x="-8714" y="2405084"/>
            <a:ext cx="12207064" cy="3349170"/>
            <a:chOff x="-6532" y="2405084"/>
            <a:chExt cx="9150532" cy="3349170"/>
          </a:xfrm>
        </p:grpSpPr>
        <p:sp>
          <p:nvSpPr>
            <p:cNvPr id="1032" name="Freeform 8"/>
            <p:cNvSpPr>
              <a:spLocks/>
            </p:cNvSpPr>
            <p:nvPr userDrawn="1"/>
          </p:nvSpPr>
          <p:spPr bwMode="gray">
            <a:xfrm>
              <a:off x="2273222" y="2405084"/>
              <a:ext cx="6870778" cy="249522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646464"/>
                </a:solidFill>
                <a:latin typeface="EYInterstate"/>
                <a:cs typeface="Arial" pitchFamily="34" charset="0"/>
                <a:sym typeface="EYInterstate"/>
              </a:endParaRPr>
            </a:p>
          </p:txBody>
        </p:sp>
        <p:pic>
          <p:nvPicPr>
            <p:cNvPr id="8"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6532" y="4411503"/>
              <a:ext cx="2289891" cy="1342751"/>
            </a:xfrm>
            <a:prstGeom prst="rect">
              <a:avLst/>
            </a:prstGeom>
            <a:noFill/>
            <a:ln w="9525">
              <a:noFill/>
              <a:miter lim="800000"/>
              <a:headEnd/>
              <a:tailEnd/>
            </a:ln>
            <a:effectLst/>
          </p:spPr>
        </p:pic>
      </p:grpSp>
      <p:pic>
        <p:nvPicPr>
          <p:cNvPr id="10" name="Picture 9" descr="EY_Logo2.emf"/>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025191" y="5754254"/>
            <a:ext cx="1319558" cy="749808"/>
          </a:xfrm>
          <a:prstGeom prst="rect">
            <a:avLst/>
          </a:prstGeom>
        </p:spPr>
      </p:pic>
    </p:spTree>
    <p:extLst>
      <p:ext uri="{BB962C8B-B14F-4D97-AF65-F5344CB8AC3E}">
        <p14:creationId xmlns:p14="http://schemas.microsoft.com/office/powerpoint/2010/main" val="108513509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42735159"/>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2" name="Title 1"/>
          <p:cNvSpPr>
            <a:spLocks noGrp="1"/>
          </p:cNvSpPr>
          <p:nvPr>
            <p:ph type="title"/>
          </p:nvPr>
        </p:nvSpPr>
        <p:spPr/>
        <p:txBody>
          <a:bodyPr/>
          <a:lstStyle>
            <a:lvl1pPr>
              <a:defRPr>
                <a:solidFill>
                  <a:schemeClr val="bg1"/>
                </a:solidFill>
                <a:latin typeface="EYInterstate"/>
                <a:cs typeface="Arial" pitchFamily="34" charset="0"/>
                <a:sym typeface="EYInterstate"/>
              </a:defRPr>
            </a:lvl1pPr>
          </a:lstStyle>
          <a:p>
            <a:r>
              <a:rPr lang="en-US"/>
              <a:t>Click to edit Master title style</a:t>
            </a:r>
            <a:endParaRPr lang="en-GB"/>
          </a:p>
        </p:txBody>
      </p:sp>
      <p:sp>
        <p:nvSpPr>
          <p:cNvPr id="3" name="Content Placeholder 2"/>
          <p:cNvSpPr>
            <a:spLocks noGrp="1"/>
          </p:cNvSpPr>
          <p:nvPr>
            <p:ph idx="1"/>
          </p:nvPr>
        </p:nvSpPr>
        <p:spPr>
          <a:xfrm>
            <a:off x="609918" y="1229544"/>
            <a:ext cx="10978515" cy="4895032"/>
          </a:xfrm>
        </p:spPr>
        <p:txBody>
          <a:bodyPr/>
          <a:lstStyle>
            <a:lvl1pPr>
              <a:defRPr sz="1600">
                <a:solidFill>
                  <a:schemeClr val="bg1"/>
                </a:solidFill>
                <a:latin typeface="EYInterstate"/>
                <a:cs typeface="Arial" pitchFamily="34" charset="0"/>
                <a:sym typeface="EYInterstate"/>
              </a:defRPr>
            </a:lvl1pPr>
            <a:lvl2pPr>
              <a:defRPr sz="1400">
                <a:solidFill>
                  <a:schemeClr val="bg1"/>
                </a:solidFill>
                <a:latin typeface="EYInterstate"/>
                <a:cs typeface="Arial" pitchFamily="34" charset="0"/>
                <a:sym typeface="EYInterstate"/>
              </a:defRPr>
            </a:lvl2pPr>
            <a:lvl3pPr>
              <a:defRPr sz="1400">
                <a:solidFill>
                  <a:schemeClr val="bg1"/>
                </a:solidFill>
                <a:latin typeface="EYInterstate"/>
                <a:cs typeface="Arial" pitchFamily="34" charset="0"/>
                <a:sym typeface="EYInterstate"/>
              </a:defRPr>
            </a:lvl3pPr>
            <a:lvl4pPr>
              <a:defRPr sz="1400">
                <a:solidFill>
                  <a:schemeClr val="bg1"/>
                </a:solidFill>
                <a:latin typeface="EYInterstate"/>
                <a:cs typeface="Arial" pitchFamily="34" charset="0"/>
                <a:sym typeface="EYInterstate"/>
              </a:defRPr>
            </a:lvl4pPr>
            <a:lvl5pPr>
              <a:defRPr sz="1400">
                <a:solidFill>
                  <a:schemeClr val="bg1"/>
                </a:solidFill>
                <a:latin typeface="EYInterstate"/>
                <a:cs typeface="Arial" pitchFamily="34" charset="0"/>
                <a:sym typeface="EYInterstat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a:solidFill>
                <a:srgbClr val="646464"/>
              </a:solidFill>
              <a:latin typeface="EYInterstate"/>
              <a:cs typeface="Arial" pitchFamily="34" charset="0"/>
              <a:sym typeface="EYInterstate"/>
            </a:endParaRPr>
          </a:p>
        </p:txBody>
      </p:sp>
    </p:spTree>
    <p:extLst>
      <p:ext uri="{BB962C8B-B14F-4D97-AF65-F5344CB8AC3E}">
        <p14:creationId xmlns:p14="http://schemas.microsoft.com/office/powerpoint/2010/main" val="178499198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68652274"/>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a:solidFill>
                <a:srgbClr val="646464"/>
              </a:solidFill>
              <a:latin typeface="EYInterstate"/>
              <a:cs typeface="Arial" pitchFamily="34" charset="0"/>
              <a:sym typeface="EYInterstate"/>
            </a:endParaRPr>
          </a:p>
        </p:txBody>
      </p:sp>
      <p:sp>
        <p:nvSpPr>
          <p:cNvPr id="6" name="Title 5"/>
          <p:cNvSpPr>
            <a:spLocks noGrp="1"/>
          </p:cNvSpPr>
          <p:nvPr>
            <p:ph type="title"/>
          </p:nvPr>
        </p:nvSpPr>
        <p:spPr/>
        <p:txBody>
          <a:bodyPr/>
          <a:lstStyle>
            <a:lvl1pPr>
              <a:defRPr/>
            </a:lvl1pPr>
          </a:lstStyle>
          <a:p>
            <a:r>
              <a:rPr lang="en-US"/>
              <a:t>Click to edit Master title style</a:t>
            </a:r>
          </a:p>
        </p:txBody>
      </p:sp>
    </p:spTree>
    <p:extLst>
      <p:ext uri="{BB962C8B-B14F-4D97-AF65-F5344CB8AC3E}">
        <p14:creationId xmlns:p14="http://schemas.microsoft.com/office/powerpoint/2010/main" val="182310426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00559767"/>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2" name="Title 1"/>
          <p:cNvSpPr>
            <a:spLocks noGrp="1"/>
          </p:cNvSpPr>
          <p:nvPr>
            <p:ph type="title"/>
          </p:nvPr>
        </p:nvSpPr>
        <p:spPr/>
        <p:txBody>
          <a:bodyPr/>
          <a:lstStyle>
            <a:lvl1pPr>
              <a:defRPr>
                <a:solidFill>
                  <a:schemeClr val="bg1"/>
                </a:solidFill>
                <a:latin typeface="EYInterstate"/>
                <a:cs typeface="Arial" pitchFamily="34" charset="0"/>
                <a:sym typeface="EYInterstate"/>
              </a:defRPr>
            </a:lvl1pPr>
          </a:lstStyle>
          <a:p>
            <a:r>
              <a:rPr lang="en-US"/>
              <a:t>Click to edit Master title style</a:t>
            </a:r>
            <a:endParaRPr lang="en-GB"/>
          </a:p>
        </p:txBody>
      </p:sp>
      <p:sp>
        <p:nvSpPr>
          <p:cNvPr id="3" name="Content Placeholder 2"/>
          <p:cNvSpPr>
            <a:spLocks noGrp="1"/>
          </p:cNvSpPr>
          <p:nvPr>
            <p:ph sz="half" idx="1"/>
          </p:nvPr>
        </p:nvSpPr>
        <p:spPr>
          <a:xfrm>
            <a:off x="609917" y="1426465"/>
            <a:ext cx="5387605" cy="4698111"/>
          </a:xfrm>
        </p:spPr>
        <p:txBody>
          <a:bodyPr/>
          <a:lstStyle>
            <a:lvl1pPr>
              <a:defRPr sz="1100">
                <a:solidFill>
                  <a:schemeClr val="bg1"/>
                </a:solidFill>
                <a:latin typeface="EYInterstate"/>
                <a:cs typeface="Arial" pitchFamily="34" charset="0"/>
                <a:sym typeface="EYInterstate"/>
              </a:defRPr>
            </a:lvl1pPr>
            <a:lvl2pPr>
              <a:defRPr sz="1100">
                <a:solidFill>
                  <a:schemeClr val="bg1"/>
                </a:solidFill>
                <a:latin typeface="EYInterstate"/>
                <a:cs typeface="Arial" pitchFamily="34" charset="0"/>
                <a:sym typeface="EYInterstate"/>
              </a:defRPr>
            </a:lvl2pPr>
            <a:lvl3pPr>
              <a:defRPr sz="1100">
                <a:solidFill>
                  <a:schemeClr val="bg1"/>
                </a:solidFill>
                <a:latin typeface="EYInterstate"/>
                <a:cs typeface="Arial" pitchFamily="34" charset="0"/>
                <a:sym typeface="EYInterstate"/>
              </a:defRPr>
            </a:lvl3pPr>
            <a:lvl4pPr>
              <a:defRPr sz="1100">
                <a:solidFill>
                  <a:schemeClr val="bg1"/>
                </a:solidFill>
                <a:latin typeface="EYInterstate"/>
                <a:cs typeface="Arial" pitchFamily="34" charset="0"/>
                <a:sym typeface="EYInterstate"/>
              </a:defRPr>
            </a:lvl4pPr>
            <a:lvl5pPr>
              <a:defRPr sz="1100">
                <a:solidFill>
                  <a:schemeClr val="bg1"/>
                </a:solidFill>
                <a:latin typeface="EYInterstate"/>
                <a:cs typeface="Arial" pitchFamily="34" charset="0"/>
                <a:sym typeface="EYInterstate"/>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00828" y="1426465"/>
            <a:ext cx="5387605" cy="4698111"/>
          </a:xfrm>
        </p:spPr>
        <p:txBody>
          <a:bodyPr/>
          <a:lstStyle>
            <a:lvl1pPr>
              <a:defRPr sz="1100">
                <a:solidFill>
                  <a:schemeClr val="bg1"/>
                </a:solidFill>
                <a:latin typeface="EYInterstate"/>
                <a:cs typeface="Arial" pitchFamily="34" charset="0"/>
                <a:sym typeface="EYInterstate"/>
              </a:defRPr>
            </a:lvl1pPr>
            <a:lvl2pPr>
              <a:defRPr sz="1100">
                <a:solidFill>
                  <a:schemeClr val="bg1"/>
                </a:solidFill>
                <a:latin typeface="EYInterstate"/>
                <a:cs typeface="Arial" pitchFamily="34" charset="0"/>
                <a:sym typeface="EYInterstate"/>
              </a:defRPr>
            </a:lvl2pPr>
            <a:lvl3pPr>
              <a:defRPr sz="1100">
                <a:solidFill>
                  <a:schemeClr val="bg1"/>
                </a:solidFill>
                <a:latin typeface="EYInterstate"/>
                <a:cs typeface="Arial" pitchFamily="34" charset="0"/>
                <a:sym typeface="EYInterstate"/>
              </a:defRPr>
            </a:lvl3pPr>
            <a:lvl4pPr>
              <a:defRPr sz="1100">
                <a:solidFill>
                  <a:schemeClr val="bg1"/>
                </a:solidFill>
                <a:latin typeface="EYInterstate"/>
                <a:cs typeface="Arial" pitchFamily="34" charset="0"/>
                <a:sym typeface="EYInterstate"/>
              </a:defRPr>
            </a:lvl4pPr>
            <a:lvl5pPr>
              <a:defRPr sz="1100">
                <a:solidFill>
                  <a:schemeClr val="bg1"/>
                </a:solidFill>
                <a:latin typeface="EYInterstate"/>
                <a:cs typeface="Arial" pitchFamily="34" charset="0"/>
                <a:sym typeface="EYInterstate"/>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a:solidFill>
                <a:srgbClr val="646464"/>
              </a:solidFill>
              <a:latin typeface="EYInterstate"/>
              <a:cs typeface="Arial" pitchFamily="34" charset="0"/>
              <a:sym typeface="EYInterstate"/>
            </a:endParaRPr>
          </a:p>
        </p:txBody>
      </p:sp>
    </p:spTree>
    <p:extLst>
      <p:ext uri="{BB962C8B-B14F-4D97-AF65-F5344CB8AC3E}">
        <p14:creationId xmlns:p14="http://schemas.microsoft.com/office/powerpoint/2010/main" val="301733935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01384813"/>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2" name="Title 1"/>
          <p:cNvSpPr>
            <a:spLocks noGrp="1"/>
          </p:cNvSpPr>
          <p:nvPr>
            <p:ph type="title"/>
          </p:nvPr>
        </p:nvSpPr>
        <p:spPr/>
        <p:txBody>
          <a:bodyPr/>
          <a:lstStyle>
            <a:lvl1pPr>
              <a:defRPr>
                <a:solidFill>
                  <a:schemeClr val="bg1"/>
                </a:solidFill>
                <a:latin typeface="EYInterstate"/>
                <a:cs typeface="Arial" pitchFamily="34" charset="0"/>
                <a:sym typeface="EYInterstate"/>
              </a:defRPr>
            </a:lvl1pPr>
          </a:lstStyle>
          <a:p>
            <a:r>
              <a:rPr lang="en-US"/>
              <a:t>Click to edit Master title style</a:t>
            </a:r>
            <a:endParaRPr lang="en-GB"/>
          </a:p>
        </p:txBody>
      </p:sp>
      <p:sp>
        <p:nvSpPr>
          <p:cNvPr id="3" name="Content Placeholder 2"/>
          <p:cNvSpPr>
            <a:spLocks noGrp="1"/>
          </p:cNvSpPr>
          <p:nvPr>
            <p:ph sz="half" idx="1"/>
          </p:nvPr>
        </p:nvSpPr>
        <p:spPr>
          <a:xfrm>
            <a:off x="609917" y="2131821"/>
            <a:ext cx="5393208" cy="3994963"/>
          </a:xfrm>
        </p:spPr>
        <p:txBody>
          <a:bodyPr/>
          <a:lstStyle>
            <a:lvl1pPr>
              <a:defRPr sz="1100">
                <a:solidFill>
                  <a:schemeClr val="bg1"/>
                </a:solidFill>
                <a:latin typeface="EYInterstate"/>
                <a:cs typeface="Arial" pitchFamily="34" charset="0"/>
                <a:sym typeface="EYInterstate"/>
              </a:defRPr>
            </a:lvl1pPr>
            <a:lvl2pPr>
              <a:defRPr sz="1100">
                <a:solidFill>
                  <a:schemeClr val="bg1"/>
                </a:solidFill>
                <a:latin typeface="EYInterstate"/>
                <a:cs typeface="Arial" pitchFamily="34" charset="0"/>
                <a:sym typeface="EYInterstate"/>
              </a:defRPr>
            </a:lvl2pPr>
            <a:lvl3pPr>
              <a:defRPr sz="1100">
                <a:solidFill>
                  <a:schemeClr val="bg1"/>
                </a:solidFill>
                <a:latin typeface="EYInterstate"/>
                <a:cs typeface="Arial" pitchFamily="34" charset="0"/>
                <a:sym typeface="EYInterstate"/>
              </a:defRPr>
            </a:lvl3pPr>
            <a:lvl4pPr>
              <a:defRPr sz="1100">
                <a:solidFill>
                  <a:schemeClr val="bg1"/>
                </a:solidFill>
                <a:latin typeface="EYInterstate"/>
                <a:cs typeface="Arial" pitchFamily="34" charset="0"/>
                <a:sym typeface="EYInterstate"/>
              </a:defRPr>
            </a:lvl4pPr>
            <a:lvl5pPr>
              <a:defRPr sz="1100">
                <a:solidFill>
                  <a:schemeClr val="bg1"/>
                </a:solidFill>
                <a:latin typeface="EYInterstate"/>
                <a:cs typeface="Arial" pitchFamily="34" charset="0"/>
                <a:sym typeface="EYInterstate"/>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04830" y="2131821"/>
            <a:ext cx="5393208" cy="3994963"/>
          </a:xfrm>
        </p:spPr>
        <p:txBody>
          <a:bodyPr/>
          <a:lstStyle>
            <a:lvl1pPr>
              <a:defRPr sz="1100">
                <a:solidFill>
                  <a:schemeClr val="bg1"/>
                </a:solidFill>
                <a:latin typeface="EYInterstate"/>
                <a:cs typeface="Arial" pitchFamily="34" charset="0"/>
                <a:sym typeface="EYInterstate"/>
              </a:defRPr>
            </a:lvl1pPr>
            <a:lvl2pPr>
              <a:defRPr sz="1100">
                <a:solidFill>
                  <a:schemeClr val="bg1"/>
                </a:solidFill>
                <a:latin typeface="EYInterstate"/>
                <a:cs typeface="Arial" pitchFamily="34" charset="0"/>
                <a:sym typeface="EYInterstate"/>
              </a:defRPr>
            </a:lvl2pPr>
            <a:lvl3pPr>
              <a:defRPr sz="1100">
                <a:solidFill>
                  <a:schemeClr val="bg1"/>
                </a:solidFill>
                <a:latin typeface="EYInterstate"/>
                <a:cs typeface="Arial" pitchFamily="34" charset="0"/>
                <a:sym typeface="EYInterstate"/>
              </a:defRPr>
            </a:lvl3pPr>
            <a:lvl4pPr>
              <a:defRPr sz="1100">
                <a:solidFill>
                  <a:schemeClr val="bg1"/>
                </a:solidFill>
                <a:latin typeface="EYInterstate"/>
                <a:cs typeface="Arial" pitchFamily="34" charset="0"/>
                <a:sym typeface="EYInterstate"/>
              </a:defRPr>
            </a:lvl4pPr>
            <a:lvl5pPr>
              <a:defRPr sz="1100">
                <a:solidFill>
                  <a:schemeClr val="bg1"/>
                </a:solidFill>
                <a:latin typeface="EYInterstate"/>
                <a:cs typeface="Arial" pitchFamily="34" charset="0"/>
                <a:sym typeface="EYInterstate"/>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a:solidFill>
                <a:srgbClr val="646464"/>
              </a:solidFill>
              <a:latin typeface="EYInterstate"/>
              <a:cs typeface="Arial" pitchFamily="34" charset="0"/>
              <a:sym typeface="EYInterstate"/>
            </a:endParaRPr>
          </a:p>
        </p:txBody>
      </p:sp>
      <p:sp>
        <p:nvSpPr>
          <p:cNvPr id="10" name="Text Placeholder 9"/>
          <p:cNvSpPr>
            <a:spLocks noGrp="1"/>
          </p:cNvSpPr>
          <p:nvPr>
            <p:ph type="body" sz="quarter" idx="12"/>
          </p:nvPr>
        </p:nvSpPr>
        <p:spPr>
          <a:xfrm>
            <a:off x="609917" y="1426464"/>
            <a:ext cx="5393208" cy="640800"/>
          </a:xfrm>
        </p:spPr>
        <p:txBody>
          <a:bodyPr anchor="t" anchorCtr="0"/>
          <a:lstStyle>
            <a:lvl1pPr marL="0" indent="0">
              <a:buNone/>
              <a:defRPr sz="1100" b="1">
                <a:solidFill>
                  <a:schemeClr val="bg1"/>
                </a:solidFill>
                <a:latin typeface="EYInterstate"/>
                <a:cs typeface="Arial" pitchFamily="34" charset="0"/>
                <a:sym typeface="EYInterstate"/>
              </a:defRPr>
            </a:lvl1pPr>
          </a:lstStyle>
          <a:p>
            <a:pPr lvl="0"/>
            <a:r>
              <a:rPr lang="en-US"/>
              <a:t>Click to edit Master text styles</a:t>
            </a:r>
          </a:p>
        </p:txBody>
      </p:sp>
      <p:sp>
        <p:nvSpPr>
          <p:cNvPr id="11" name="Text Placeholder 9"/>
          <p:cNvSpPr>
            <a:spLocks noGrp="1"/>
          </p:cNvSpPr>
          <p:nvPr>
            <p:ph type="body" sz="quarter" idx="13"/>
          </p:nvPr>
        </p:nvSpPr>
        <p:spPr>
          <a:xfrm>
            <a:off x="6204830" y="1426464"/>
            <a:ext cx="5393208" cy="640800"/>
          </a:xfrm>
        </p:spPr>
        <p:txBody>
          <a:bodyPr anchor="t" anchorCtr="0"/>
          <a:lstStyle>
            <a:lvl1pPr marL="0" indent="0">
              <a:buNone/>
              <a:defRPr sz="1100" b="1">
                <a:solidFill>
                  <a:schemeClr val="bg1"/>
                </a:solidFill>
                <a:latin typeface="EYInterstate"/>
                <a:cs typeface="Arial" pitchFamily="34" charset="0"/>
                <a:sym typeface="EYInterstate"/>
              </a:defRPr>
            </a:lvl1pPr>
          </a:lstStyle>
          <a:p>
            <a:pPr lvl="0"/>
            <a:r>
              <a:rPr lang="en-US"/>
              <a:t>Click to edit Master text styles</a:t>
            </a:r>
          </a:p>
        </p:txBody>
      </p:sp>
    </p:spTree>
    <p:extLst>
      <p:ext uri="{BB962C8B-B14F-4D97-AF65-F5344CB8AC3E}">
        <p14:creationId xmlns:p14="http://schemas.microsoft.com/office/powerpoint/2010/main" val="231610243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447634398"/>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6" name="Object 5"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3" name="Text Placeholder 2"/>
          <p:cNvSpPr>
            <a:spLocks noGrp="1"/>
          </p:cNvSpPr>
          <p:nvPr>
            <p:ph type="body" sz="quarter" idx="11"/>
          </p:nvPr>
        </p:nvSpPr>
        <p:spPr>
          <a:xfrm>
            <a:off x="607802" y="1024129"/>
            <a:ext cx="10978515" cy="1643063"/>
          </a:xfrm>
        </p:spPr>
        <p:txBody>
          <a:bodyPr/>
          <a:lstStyle>
            <a:lvl1pPr marL="0" indent="0" algn="l">
              <a:lnSpc>
                <a:spcPct val="85000"/>
              </a:lnSpc>
              <a:spcBef>
                <a:spcPts val="0"/>
              </a:spcBef>
              <a:buNone/>
              <a:defRPr sz="5000" b="1">
                <a:solidFill>
                  <a:schemeClr val="bg2"/>
                </a:solidFill>
                <a:latin typeface="EYInterstate"/>
                <a:cs typeface="Arial" pitchFamily="34" charset="0"/>
                <a:sym typeface="EYInterstate"/>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Tree>
    <p:extLst>
      <p:ext uri="{BB962C8B-B14F-4D97-AF65-F5344CB8AC3E}">
        <p14:creationId xmlns:p14="http://schemas.microsoft.com/office/powerpoint/2010/main" val="193028699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948319295"/>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latin typeface="EYInterstate"/>
                <a:cs typeface="Arial" pitchFamily="34" charset="0"/>
                <a:sym typeface="EYInterstate"/>
              </a:defRPr>
            </a:lvl1pPr>
          </a:lstStyle>
          <a:p>
            <a:pPr lvl="0" algn="l" fontAlgn="base">
              <a:lnSpc>
                <a:spcPct val="85000"/>
              </a:lnSpc>
              <a:spcAft>
                <a:spcPct val="0"/>
              </a:spcAft>
            </a:pPr>
            <a:r>
              <a:rPr lang="en-US"/>
              <a:t>Click to edit Master title style</a:t>
            </a:r>
          </a:p>
        </p:txBody>
      </p:sp>
      <p:sp>
        <p:nvSpPr>
          <p:cNvPr id="4101" name="Freeform 5"/>
          <p:cNvSpPr>
            <a:spLocks/>
          </p:cNvSpPr>
          <p:nvPr userDrawn="1"/>
        </p:nvSpPr>
        <p:spPr bwMode="gray">
          <a:xfrm>
            <a:off x="609918" y="1040400"/>
            <a:ext cx="10978515"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blipFill dpi="0" rotWithShape="1">
            <a:blip r:embed="rId5" cstate="print">
              <a:extLst>
                <a:ext uri="{28A0092B-C50C-407E-A947-70E740481C1C}">
                  <a14:useLocalDpi xmlns:a14="http://schemas.microsoft.com/office/drawing/2010/main" val="0"/>
                </a:ext>
              </a:extLst>
            </a:blip>
            <a:srcRect/>
            <a:stretch>
              <a:fillRect/>
            </a:stretch>
          </a:bli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646464"/>
              </a:solidFill>
              <a:latin typeface="EYInterstate"/>
              <a:cs typeface="Arial" pitchFamily="34" charset="0"/>
              <a:sym typeface="EYInterstate"/>
            </a:endParaRPr>
          </a:p>
        </p:txBody>
      </p:sp>
    </p:spTree>
    <p:extLst>
      <p:ext uri="{BB962C8B-B14F-4D97-AF65-F5344CB8AC3E}">
        <p14:creationId xmlns:p14="http://schemas.microsoft.com/office/powerpoint/2010/main" val="45729438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045908041"/>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89"/>
                        <a:ext cx="2117" cy="1587"/>
                      </a:xfrm>
                      <a:prstGeom prst="rect">
                        <a:avLst/>
                      </a:prstGeom>
                    </p:spPr>
                  </p:pic>
                </p:oleObj>
              </mc:Fallback>
            </mc:AlternateContent>
          </a:graphicData>
        </a:graphic>
      </p:graphicFrame>
      <p:grpSp>
        <p:nvGrpSpPr>
          <p:cNvPr id="5" name="Group 14"/>
          <p:cNvGrpSpPr>
            <a:grpSpLocks noChangeAspect="1"/>
          </p:cNvGrpSpPr>
          <p:nvPr userDrawn="1"/>
        </p:nvGrpSpPr>
        <p:grpSpPr bwMode="auto">
          <a:xfrm>
            <a:off x="4" y="0"/>
            <a:ext cx="4671799" cy="1182688"/>
            <a:chOff x="-1055" y="2405319"/>
            <a:chExt cx="9145054" cy="3346232"/>
          </a:xfrm>
        </p:grpSpPr>
        <p:sp>
          <p:nvSpPr>
            <p:cNvPr id="6" name="Freeform 15"/>
            <p:cNvSpPr>
              <a:spLocks/>
            </p:cNvSpPr>
            <p:nvPr userDrawn="1"/>
          </p:nvSpPr>
          <p:spPr bwMode="gray">
            <a:xfrm>
              <a:off x="2273866" y="2405319"/>
              <a:ext cx="6870133" cy="2494990"/>
            </a:xfrm>
            <a:custGeom>
              <a:avLst/>
              <a:gdLst>
                <a:gd name="T0" fmla="*/ 0 w 5081"/>
                <a:gd name="T1" fmla="*/ 2147483647 h 1852"/>
                <a:gd name="T2" fmla="*/ 2147483647 w 5081"/>
                <a:gd name="T3" fmla="*/ 0 h 1852"/>
                <a:gd name="T4" fmla="*/ 2147483647 w 5081"/>
                <a:gd name="T5" fmla="*/ 2147483647 h 1852"/>
                <a:gd name="T6" fmla="*/ 0 w 5081"/>
                <a:gd name="T7" fmla="*/ 2147483647 h 18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81" h="1852">
                  <a:moveTo>
                    <a:pt x="0" y="1852"/>
                  </a:moveTo>
                  <a:lnTo>
                    <a:pt x="5081" y="0"/>
                  </a:lnTo>
                  <a:lnTo>
                    <a:pt x="5081" y="968"/>
                  </a:lnTo>
                  <a:lnTo>
                    <a:pt x="0" y="185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896938" fontAlgn="base">
                <a:spcBef>
                  <a:spcPct val="0"/>
                </a:spcBef>
                <a:spcAft>
                  <a:spcPct val="0"/>
                </a:spcAft>
              </a:pPr>
              <a:endParaRPr lang="fr-FR" sz="1800">
                <a:solidFill>
                  <a:srgbClr val="000000"/>
                </a:solidFill>
                <a:latin typeface="EYInterstate"/>
                <a:ea typeface="ＭＳ Ｐゴシック" pitchFamily="34" charset="-128"/>
                <a:sym typeface="EYInterstate"/>
              </a:endParaRPr>
            </a:p>
          </p:txBody>
        </p:sp>
        <p:pic>
          <p:nvPicPr>
            <p:cNvPr id="8"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055" y="4411633"/>
              <a:ext cx="2285060" cy="1339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Group 8"/>
          <p:cNvGrpSpPr/>
          <p:nvPr userDrawn="1"/>
        </p:nvGrpSpPr>
        <p:grpSpPr bwMode="gray">
          <a:xfrm>
            <a:off x="1216993" y="1026421"/>
            <a:ext cx="488674" cy="204787"/>
            <a:chOff x="8348663" y="6450013"/>
            <a:chExt cx="338137" cy="204787"/>
          </a:xfrm>
          <a:solidFill>
            <a:srgbClr val="808080"/>
          </a:solidFill>
        </p:grpSpPr>
        <p:sp>
          <p:nvSpPr>
            <p:cNvPr id="10" name="Freeform 5"/>
            <p:cNvSpPr>
              <a:spLocks/>
            </p:cNvSpPr>
            <p:nvPr/>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a:lstStyle/>
            <a:p>
              <a:pPr>
                <a:defRPr/>
              </a:pPr>
              <a:endParaRPr lang="en-GB" sz="1800">
                <a:solidFill>
                  <a:srgbClr val="000000"/>
                </a:solidFill>
                <a:latin typeface="EYInterstate"/>
                <a:ea typeface="MS PGothic" pitchFamily="34" charset="-128"/>
                <a:sym typeface="EYInterstate"/>
              </a:endParaRPr>
            </a:p>
          </p:txBody>
        </p:sp>
        <p:sp>
          <p:nvSpPr>
            <p:cNvPr id="11" name="Freeform 6"/>
            <p:cNvSpPr>
              <a:spLocks/>
            </p:cNvSpPr>
            <p:nvPr/>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a:lstStyle/>
            <a:p>
              <a:pPr>
                <a:defRPr/>
              </a:pPr>
              <a:endParaRPr lang="en-GB" sz="1800">
                <a:solidFill>
                  <a:srgbClr val="000000"/>
                </a:solidFill>
                <a:latin typeface="EYInterstate"/>
                <a:ea typeface="MS PGothic" pitchFamily="34" charset="-128"/>
                <a:sym typeface="EYInterstate"/>
              </a:endParaRPr>
            </a:p>
          </p:txBody>
        </p:sp>
      </p:grpSp>
    </p:spTree>
    <p:extLst>
      <p:ext uri="{BB962C8B-B14F-4D97-AF65-F5344CB8AC3E}">
        <p14:creationId xmlns:p14="http://schemas.microsoft.com/office/powerpoint/2010/main" val="160275162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_Empt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8555986"/>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89"/>
                        <a:ext cx="2117" cy="1587"/>
                      </a:xfrm>
                      <a:prstGeom prst="rect">
                        <a:avLst/>
                      </a:prstGeom>
                    </p:spPr>
                  </p:pic>
                </p:oleObj>
              </mc:Fallback>
            </mc:AlternateContent>
          </a:graphicData>
        </a:graphic>
      </p:graphicFrame>
    </p:spTree>
    <p:extLst>
      <p:ext uri="{BB962C8B-B14F-4D97-AF65-F5344CB8AC3E}">
        <p14:creationId xmlns:p14="http://schemas.microsoft.com/office/powerpoint/2010/main" val="206268942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88976995"/>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12" name="Freeform 154"/>
          <p:cNvSpPr>
            <a:spLocks/>
          </p:cNvSpPr>
          <p:nvPr userDrawn="1"/>
        </p:nvSpPr>
        <p:spPr bwMode="auto">
          <a:xfrm>
            <a:off x="-10790" y="1136121"/>
            <a:ext cx="8681445" cy="2291440"/>
          </a:xfrm>
          <a:custGeom>
            <a:avLst/>
            <a:gdLst>
              <a:gd name="connsiteX0" fmla="*/ 0 w 10398"/>
              <a:gd name="connsiteY0" fmla="*/ 30 h 10000"/>
              <a:gd name="connsiteX1" fmla="*/ 405 w 10398"/>
              <a:gd name="connsiteY1" fmla="*/ 10000 h 10000"/>
              <a:gd name="connsiteX2" fmla="*/ 9677 w 10398"/>
              <a:gd name="connsiteY2" fmla="*/ 9980 h 10000"/>
              <a:gd name="connsiteX3" fmla="*/ 10398 w 10398"/>
              <a:gd name="connsiteY3" fmla="*/ 0 h 10000"/>
              <a:gd name="connsiteX4" fmla="*/ 0 w 10398"/>
              <a:gd name="connsiteY4" fmla="*/ 30 h 10000"/>
              <a:gd name="connsiteX0" fmla="*/ 2 w 10400"/>
              <a:gd name="connsiteY0" fmla="*/ 30 h 10000"/>
              <a:gd name="connsiteX1" fmla="*/ 2 w 10400"/>
              <a:gd name="connsiteY1" fmla="*/ 10000 h 10000"/>
              <a:gd name="connsiteX2" fmla="*/ 9679 w 10400"/>
              <a:gd name="connsiteY2" fmla="*/ 9980 h 10000"/>
              <a:gd name="connsiteX3" fmla="*/ 10400 w 10400"/>
              <a:gd name="connsiteY3" fmla="*/ 0 h 10000"/>
              <a:gd name="connsiteX4" fmla="*/ 2 w 10400"/>
              <a:gd name="connsiteY4" fmla="*/ 3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0" h="10000">
                <a:moveTo>
                  <a:pt x="2" y="30"/>
                </a:moveTo>
                <a:cubicBezTo>
                  <a:pt x="4" y="3350"/>
                  <a:pt x="0" y="6680"/>
                  <a:pt x="2" y="10000"/>
                </a:cubicBezTo>
                <a:lnTo>
                  <a:pt x="9679" y="9980"/>
                </a:lnTo>
                <a:cubicBezTo>
                  <a:pt x="9919" y="6653"/>
                  <a:pt x="10160" y="3327"/>
                  <a:pt x="10400" y="0"/>
                </a:cubicBezTo>
                <a:lnTo>
                  <a:pt x="2" y="30"/>
                </a:lnTo>
                <a:close/>
              </a:path>
            </a:pathLst>
          </a:custGeom>
          <a:solidFill>
            <a:srgbClr val="FFE600"/>
          </a:solidFill>
          <a:ln w="9525">
            <a:noFill/>
            <a:round/>
            <a:headEnd/>
            <a:tailEnd/>
          </a:ln>
        </p:spPr>
        <p:txBody>
          <a:bodyPr lIns="79873" tIns="39937" rIns="79873" bIns="39937"/>
          <a:lstStyle/>
          <a:p>
            <a:pPr defTabSz="906718" fontAlgn="base">
              <a:spcBef>
                <a:spcPct val="0"/>
              </a:spcBef>
              <a:spcAft>
                <a:spcPct val="30000"/>
              </a:spcAft>
            </a:pPr>
            <a:endParaRPr lang="en-GB" sz="700">
              <a:solidFill>
                <a:srgbClr val="FFFFFF"/>
              </a:solidFill>
              <a:latin typeface="EYInterstate"/>
              <a:sym typeface="EYInterstate"/>
            </a:endParaRPr>
          </a:p>
        </p:txBody>
      </p:sp>
      <p:sp>
        <p:nvSpPr>
          <p:cNvPr id="13" name="TextBox 12"/>
          <p:cNvSpPr txBox="1"/>
          <p:nvPr userDrawn="1"/>
        </p:nvSpPr>
        <p:spPr bwMode="gray">
          <a:xfrm>
            <a:off x="749784" y="1336361"/>
            <a:ext cx="7144204" cy="1261884"/>
          </a:xfrm>
          <a:prstGeom prst="rect">
            <a:avLst/>
          </a:prstGeom>
          <a:noFill/>
          <a:ln w="9525">
            <a:noFill/>
            <a:miter lim="800000"/>
            <a:headEnd/>
            <a:tailEnd/>
          </a:ln>
          <a:effectLst/>
        </p:spPr>
        <p:txBody>
          <a:bodyPr vert="horz" wrap="square" lIns="0" tIns="0" rIns="0" bIns="0" numCol="1" rtlCol="0" anchor="t" anchorCtr="0" compatLnSpc="1">
            <a:prstTxWarp prst="textNoShape">
              <a:avLst/>
            </a:prstTxWarp>
            <a:spAutoFit/>
          </a:bodyPr>
          <a:lstStyle/>
          <a:p>
            <a:pPr defTabSz="869437" fontAlgn="base">
              <a:spcBef>
                <a:spcPct val="0"/>
              </a:spcBef>
              <a:spcAft>
                <a:spcPct val="40000"/>
              </a:spcAft>
              <a:buClr>
                <a:srgbClr val="FFD200"/>
              </a:buClr>
              <a:buSzPct val="75000"/>
              <a:buFont typeface="Arial Unicode MS" pitchFamily="34" charset="-128"/>
              <a:buNone/>
            </a:pPr>
            <a:r>
              <a:rPr lang="fr-FR" sz="1000">
                <a:solidFill>
                  <a:prstClr val="black"/>
                </a:solidFill>
                <a:latin typeface="EYInterstate" panose="02000503020000020004" pitchFamily="2" charset="0"/>
              </a:rPr>
              <a:t>Cette proposition a été établie sur la base des besoins et informations que vous nous avez communiqués, par référence à votre contexte et en fonction de l'environnement juridique et économique actuel. </a:t>
            </a:r>
          </a:p>
          <a:p>
            <a:pPr defTabSz="869437" fontAlgn="base">
              <a:spcBef>
                <a:spcPct val="0"/>
              </a:spcBef>
              <a:spcAft>
                <a:spcPct val="40000"/>
              </a:spcAft>
              <a:buClr>
                <a:srgbClr val="FFD200"/>
              </a:buClr>
              <a:buSzPct val="75000"/>
              <a:buFont typeface="Arial Unicode MS" pitchFamily="34" charset="-128"/>
              <a:buNone/>
            </a:pPr>
            <a:r>
              <a:rPr lang="fr-FR" sz="1000">
                <a:solidFill>
                  <a:prstClr val="black"/>
                </a:solidFill>
                <a:latin typeface="EYInterstate" panose="02000503020000020004" pitchFamily="2" charset="0"/>
              </a:rPr>
              <a:t>Dans ce cadre, le contenu constitue notre réponse originale élaborée à partir de nos méthodes, processus, techniques et savoir faire. De ce fait, le contenu, ainsi que le support est notre propriété.</a:t>
            </a:r>
          </a:p>
          <a:p>
            <a:pPr defTabSz="869437" fontAlgn="base">
              <a:spcBef>
                <a:spcPct val="0"/>
              </a:spcBef>
              <a:spcAft>
                <a:spcPct val="40000"/>
              </a:spcAft>
              <a:buClr>
                <a:srgbClr val="FFD200"/>
              </a:buClr>
              <a:buSzPct val="75000"/>
              <a:buFont typeface="Arial Unicode MS" pitchFamily="34" charset="-128"/>
              <a:buNone/>
            </a:pPr>
            <a:r>
              <a:rPr lang="fr-FR" sz="1000">
                <a:solidFill>
                  <a:prstClr val="black"/>
                </a:solidFill>
                <a:latin typeface="EYInterstate" panose="02000503020000020004" pitchFamily="2" charset="0"/>
              </a:rPr>
              <a:t>Cette proposition réservée à votre seul usage interne, tant dans sa forme que son contenu, est confidentielle. </a:t>
            </a:r>
            <a:br>
              <a:rPr lang="fr-FR" sz="1000">
                <a:solidFill>
                  <a:prstClr val="black"/>
                </a:solidFill>
                <a:latin typeface="EYInterstate" panose="02000503020000020004" pitchFamily="2" charset="0"/>
              </a:rPr>
            </a:br>
            <a:r>
              <a:rPr lang="fr-FR" sz="1000">
                <a:solidFill>
                  <a:prstClr val="black"/>
                </a:solidFill>
                <a:latin typeface="EYInterstate" panose="02000503020000020004" pitchFamily="2" charset="0"/>
              </a:rPr>
              <a:t>Elle ne peut être divulguée à des tiers qu’avec notre accord. </a:t>
            </a:r>
          </a:p>
          <a:p>
            <a:pPr defTabSz="869437" fontAlgn="base">
              <a:spcBef>
                <a:spcPct val="0"/>
              </a:spcBef>
              <a:spcAft>
                <a:spcPct val="40000"/>
              </a:spcAft>
              <a:buClr>
                <a:srgbClr val="FFD200"/>
              </a:buClr>
              <a:buSzPct val="75000"/>
              <a:buFont typeface="Arial Unicode MS" pitchFamily="34" charset="-128"/>
              <a:buNone/>
            </a:pPr>
            <a:r>
              <a:rPr lang="fr-FR" sz="1000">
                <a:solidFill>
                  <a:prstClr val="black"/>
                </a:solidFill>
                <a:latin typeface="EYInterstate" panose="02000503020000020004" pitchFamily="2" charset="0"/>
              </a:rPr>
              <a:t>Ernst &amp; Young est une marque déposée au niveau mondial.</a:t>
            </a:r>
            <a:endParaRPr lang="en-GB" sz="1000">
              <a:solidFill>
                <a:prstClr val="black"/>
              </a:solidFill>
              <a:latin typeface="EYInterstate" panose="02000503020000020004" pitchFamily="2" charset="0"/>
            </a:endParaRPr>
          </a:p>
        </p:txBody>
      </p:sp>
    </p:spTree>
    <p:extLst>
      <p:ext uri="{BB962C8B-B14F-4D97-AF65-F5344CB8AC3E}">
        <p14:creationId xmlns:p14="http://schemas.microsoft.com/office/powerpoint/2010/main" val="246793047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990743488"/>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a:ea typeface="+mn-ea"/>
                <a:cs typeface="Arial" pitchFamily="34" charset="0"/>
                <a:sym typeface="EYInterstate"/>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a:ea typeface="+mn-ea"/>
                <a:cs typeface="Arial" pitchFamily="34" charset="0"/>
                <a:sym typeface="EYInterstate"/>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EYInterstate"/>
                <a:ea typeface="+mn-ea"/>
                <a:cs typeface="Arial" pitchFamily="34" charset="0"/>
                <a:sym typeface="EYInterstate"/>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a:ea typeface="+mn-ea"/>
                <a:cs typeface="Arial" pitchFamily="34" charset="0"/>
                <a:sym typeface="EYInterstate"/>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EYInterstate"/>
                <a:ea typeface="+mn-ea"/>
                <a:cs typeface="Arial" pitchFamily="34" charset="0"/>
                <a:sym typeface="EYInterstat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4666323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96350679"/>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89"/>
                        <a:ext cx="2117" cy="1587"/>
                      </a:xfrm>
                      <a:prstGeom prst="rect">
                        <a:avLst/>
                      </a:prstGeom>
                    </p:spPr>
                  </p:pic>
                </p:oleObj>
              </mc:Fallback>
            </mc:AlternateContent>
          </a:graphicData>
        </a:graphic>
      </p:graphicFrame>
    </p:spTree>
    <p:extLst>
      <p:ext uri="{BB962C8B-B14F-4D97-AF65-F5344CB8AC3E}">
        <p14:creationId xmlns:p14="http://schemas.microsoft.com/office/powerpoint/2010/main" val="119428479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1_Single Column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87483422"/>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8" name="Content Placeholder 7"/>
          <p:cNvSpPr>
            <a:spLocks noGrp="1"/>
          </p:cNvSpPr>
          <p:nvPr>
            <p:ph sz="quarter" idx="14"/>
          </p:nvPr>
        </p:nvSpPr>
        <p:spPr bwMode="gray">
          <a:xfrm>
            <a:off x="677285" y="1337624"/>
            <a:ext cx="10829297" cy="483357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bwMode="gray">
          <a:xfrm>
            <a:off x="677293" y="643618"/>
            <a:ext cx="10827486" cy="555079"/>
          </a:xfrm>
        </p:spPr>
        <p:txBody>
          <a:bodyPr/>
          <a:lstStyle>
            <a:lvl1pPr>
              <a:lnSpc>
                <a:spcPct val="90000"/>
              </a:lnSpc>
              <a:defRPr/>
            </a:lvl1pPr>
          </a:lstStyle>
          <a:p>
            <a:r>
              <a:rPr lang="en-US"/>
              <a:t>Click to edit Master title style</a:t>
            </a:r>
            <a:endParaRPr lang="en-GB"/>
          </a:p>
        </p:txBody>
      </p:sp>
      <p:sp>
        <p:nvSpPr>
          <p:cNvPr id="9" name="Slide Number Placeholder 3"/>
          <p:cNvSpPr txBox="1">
            <a:spLocks/>
          </p:cNvSpPr>
          <p:nvPr userDrawn="1"/>
        </p:nvSpPr>
        <p:spPr bwMode="gray">
          <a:xfrm>
            <a:off x="5939936" y="6358828"/>
            <a:ext cx="764547" cy="179536"/>
          </a:xfrm>
          <a:prstGeom prst="rect">
            <a:avLst/>
          </a:prstGeom>
          <a:noFill/>
          <a:ln w="9525" algn="ctr">
            <a:noFill/>
            <a:miter lim="800000"/>
            <a:headEnd/>
            <a:tailEnd/>
          </a:ln>
          <a:effectLst/>
        </p:spPr>
        <p:txBody>
          <a:bodyPr vert="horz" wrap="square" lIns="0" tIns="0" rIns="0" bIns="0" numCol="1" anchor="ctr" anchorCtr="0" compatLnSpc="1">
            <a:prstTxWarp prst="textNoShape">
              <a:avLst/>
            </a:prstTxWarp>
            <a:spAutoFit/>
          </a:bodyPr>
          <a:lstStyle>
            <a:defPPr>
              <a:defRPr lang="en-US"/>
            </a:defPPr>
            <a:lvl1pPr algn="ctr" defTabSz="980780" rtl="0" fontAlgn="base">
              <a:lnSpc>
                <a:spcPts val="1400"/>
              </a:lnSpc>
              <a:spcBef>
                <a:spcPct val="0"/>
              </a:spcBef>
              <a:spcAft>
                <a:spcPct val="0"/>
              </a:spcAft>
              <a:defRPr sz="700" kern="1200">
                <a:solidFill>
                  <a:schemeClr val="accent1"/>
                </a:solidFill>
                <a:latin typeface="Arial" charset="0"/>
                <a:ea typeface="+mn-ea"/>
                <a:cs typeface="+mn-cs"/>
              </a:defRPr>
            </a:lvl1pPr>
            <a:lvl2pPr marL="457120"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2pPr>
            <a:lvl3pPr marL="914239"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3pPr>
            <a:lvl4pPr marL="1371358"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4pPr>
            <a:lvl5pPr marL="1828477"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5pPr>
            <a:lvl6pPr marL="2285597" algn="l" defTabSz="914239" rtl="0" eaLnBrk="1" latinLnBrk="0" hangingPunct="1">
              <a:defRPr sz="1100" kern="1200">
                <a:solidFill>
                  <a:srgbClr val="010024"/>
                </a:solidFill>
                <a:latin typeface="EYInterstate Regular" pitchFamily="2" charset="0"/>
                <a:ea typeface="+mn-ea"/>
                <a:cs typeface="+mn-cs"/>
              </a:defRPr>
            </a:lvl6pPr>
            <a:lvl7pPr marL="2742716" algn="l" defTabSz="914239" rtl="0" eaLnBrk="1" latinLnBrk="0" hangingPunct="1">
              <a:defRPr sz="1100" kern="1200">
                <a:solidFill>
                  <a:srgbClr val="010024"/>
                </a:solidFill>
                <a:latin typeface="EYInterstate Regular" pitchFamily="2" charset="0"/>
                <a:ea typeface="+mn-ea"/>
                <a:cs typeface="+mn-cs"/>
              </a:defRPr>
            </a:lvl7pPr>
            <a:lvl8pPr marL="3199836" algn="l" defTabSz="914239" rtl="0" eaLnBrk="1" latinLnBrk="0" hangingPunct="1">
              <a:defRPr sz="1100" kern="1200">
                <a:solidFill>
                  <a:srgbClr val="010024"/>
                </a:solidFill>
                <a:latin typeface="EYInterstate Regular" pitchFamily="2" charset="0"/>
                <a:ea typeface="+mn-ea"/>
                <a:cs typeface="+mn-cs"/>
              </a:defRPr>
            </a:lvl8pPr>
            <a:lvl9pPr marL="3656954" algn="l" defTabSz="914239" rtl="0" eaLnBrk="1" latinLnBrk="0" hangingPunct="1">
              <a:defRPr sz="1100" kern="1200">
                <a:solidFill>
                  <a:srgbClr val="010024"/>
                </a:solidFill>
                <a:latin typeface="EYInterstate Regular" pitchFamily="2" charset="0"/>
                <a:ea typeface="+mn-ea"/>
                <a:cs typeface="+mn-cs"/>
              </a:defRPr>
            </a:lvl9pPr>
          </a:lstStyle>
          <a:p>
            <a:fld id="{FA2CEC46-CB4C-4F70-9872-2730F63A6253}" type="slidenum">
              <a:rPr lang="fr-FR" sz="599" smtClean="0">
                <a:solidFill>
                  <a:srgbClr val="000000">
                    <a:tint val="75000"/>
                  </a:srgbClr>
                </a:solidFill>
                <a:latin typeface="EYInterstate" panose="02000503020000020004" pitchFamily="2" charset="0"/>
                <a:sym typeface="EYInterstate" panose="02000503020000020004" pitchFamily="2" charset="0"/>
              </a:rPr>
              <a:pPr/>
              <a:t>‹#›</a:t>
            </a:fld>
            <a:endParaRPr lang="fr-FR" sz="599">
              <a:solidFill>
                <a:srgbClr val="000000">
                  <a:tint val="75000"/>
                </a:srgbClr>
              </a:solidFill>
              <a:latin typeface="EYInterstate" panose="02000503020000020004" pitchFamily="2" charset="0"/>
              <a:sym typeface="EYInterstate" panose="02000503020000020004" pitchFamily="2" charset="0"/>
            </a:endParaRPr>
          </a:p>
        </p:txBody>
      </p:sp>
    </p:spTree>
    <p:extLst>
      <p:ext uri="{BB962C8B-B14F-4D97-AF65-F5344CB8AC3E}">
        <p14:creationId xmlns:p14="http://schemas.microsoft.com/office/powerpoint/2010/main" val="1312579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image" Target="../media/image7.wmf"/><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theme" Target="../theme/theme2.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3" Type="http://schemas.openxmlformats.org/officeDocument/2006/relationships/slideLayout" Target="../slideLayouts/slideLayout46.xml"/><Relationship Id="rId21" Type="http://schemas.openxmlformats.org/officeDocument/2006/relationships/slideLayout" Target="../slideLayouts/slideLayout64.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image" Target="../media/image11.wmf"/><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theme" Target="../theme/theme3.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18" Type="http://schemas.openxmlformats.org/officeDocument/2006/relationships/slideLayout" Target="../slideLayouts/slideLayout8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0" Type="http://schemas.openxmlformats.org/officeDocument/2006/relationships/image" Target="../media/image18.wmf"/><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10" Type="http://schemas.openxmlformats.org/officeDocument/2006/relationships/slideLayout" Target="../slideLayouts/slideLayout75.xml"/><Relationship Id="rId19" Type="http://schemas.openxmlformats.org/officeDocument/2006/relationships/theme" Target="../theme/theme4.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oleObject" Target="../embeddings/oleObject1.bin"/><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tags" Target="../tags/tag2.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theme" Target="../theme/theme5.xml"/><Relationship Id="rId5" Type="http://schemas.openxmlformats.org/officeDocument/2006/relationships/slideLayout" Target="../slideLayouts/slideLayout88.xml"/><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image" Target="../media/image20.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1.xml"/><Relationship Id="rId13" Type="http://schemas.openxmlformats.org/officeDocument/2006/relationships/slideLayout" Target="../slideLayouts/slideLayout106.xml"/><Relationship Id="rId3" Type="http://schemas.openxmlformats.org/officeDocument/2006/relationships/slideLayout" Target="../slideLayouts/slideLayout96.xml"/><Relationship Id="rId7" Type="http://schemas.openxmlformats.org/officeDocument/2006/relationships/slideLayout" Target="../slideLayouts/slideLayout100.xml"/><Relationship Id="rId12" Type="http://schemas.openxmlformats.org/officeDocument/2006/relationships/slideLayout" Target="../slideLayouts/slideLayout105.xml"/><Relationship Id="rId17" Type="http://schemas.openxmlformats.org/officeDocument/2006/relationships/image" Target="../media/image30.emf"/><Relationship Id="rId2" Type="http://schemas.openxmlformats.org/officeDocument/2006/relationships/slideLayout" Target="../slideLayouts/slideLayout95.xml"/><Relationship Id="rId16" Type="http://schemas.openxmlformats.org/officeDocument/2006/relationships/oleObject" Target="../embeddings/oleObject3.bin"/><Relationship Id="rId1" Type="http://schemas.openxmlformats.org/officeDocument/2006/relationships/slideLayout" Target="../slideLayouts/slideLayout94.xml"/><Relationship Id="rId6" Type="http://schemas.openxmlformats.org/officeDocument/2006/relationships/slideLayout" Target="../slideLayouts/slideLayout99.xml"/><Relationship Id="rId11" Type="http://schemas.openxmlformats.org/officeDocument/2006/relationships/slideLayout" Target="../slideLayouts/slideLayout104.xml"/><Relationship Id="rId5" Type="http://schemas.openxmlformats.org/officeDocument/2006/relationships/slideLayout" Target="../slideLayouts/slideLayout98.xml"/><Relationship Id="rId15" Type="http://schemas.openxmlformats.org/officeDocument/2006/relationships/tags" Target="../tags/tag6.xml"/><Relationship Id="rId10" Type="http://schemas.openxmlformats.org/officeDocument/2006/relationships/slideLayout" Target="../slideLayouts/slideLayout103.xml"/><Relationship Id="rId4" Type="http://schemas.openxmlformats.org/officeDocument/2006/relationships/slideLayout" Target="../slideLayouts/slideLayout97.xml"/><Relationship Id="rId9" Type="http://schemas.openxmlformats.org/officeDocument/2006/relationships/slideLayout" Target="../slideLayouts/slideLayout102.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100002"/>
            <a:ext cx="10978515" cy="860400"/>
          </a:xfrm>
          <a:prstGeom prst="rect">
            <a:avLst/>
          </a:prstGeom>
        </p:spPr>
        <p:txBody>
          <a:bodyPr vert="horz" lIns="0" tIns="0" rIns="0" bIns="0" rtlCol="0" anchor="ctr" anchorCtr="0">
            <a:noAutofit/>
          </a:bodyPr>
          <a:lstStyle/>
          <a:p>
            <a:r>
              <a:rPr lang="fr-FR"/>
              <a:t>Modifiez le style du titre</a:t>
            </a:r>
            <a:endParaRPr lang="en-GB"/>
          </a:p>
        </p:txBody>
      </p:sp>
      <p:sp>
        <p:nvSpPr>
          <p:cNvPr id="3" name="Text Placeholder 2"/>
          <p:cNvSpPr>
            <a:spLocks noGrp="1"/>
          </p:cNvSpPr>
          <p:nvPr>
            <p:ph type="body" idx="1"/>
          </p:nvPr>
        </p:nvSpPr>
        <p:spPr>
          <a:xfrm>
            <a:off x="609918" y="1425600"/>
            <a:ext cx="10978515" cy="4700016"/>
          </a:xfrm>
          <a:prstGeom prst="rect">
            <a:avLst/>
          </a:prstGeom>
        </p:spPr>
        <p:txBody>
          <a:bodyPr vert="horz" lIns="0" tIns="0" rIns="0" bIns="0" rtlCol="0" anchor="t" anchorCtr="0">
            <a:no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defRPr sz="1100">
                <a:solidFill>
                  <a:schemeClr val="bg2">
                    <a:lumMod val="50000"/>
                  </a:schemeClr>
                </a:solidFill>
                <a:latin typeface="EYInterstate Light" panose="02000506000000020004" pitchFamily="2" charset="0"/>
              </a:defRPr>
            </a:lvl1pPr>
          </a:lstStyle>
          <a:p>
            <a:r>
              <a:rPr lang="en-GB"/>
              <a:t>Presentation title</a:t>
            </a:r>
          </a:p>
        </p:txBody>
      </p:sp>
      <p:sp>
        <p:nvSpPr>
          <p:cNvPr id="7" name="TextBox 6"/>
          <p:cNvSpPr txBox="1"/>
          <p:nvPr/>
        </p:nvSpPr>
        <p:spPr>
          <a:xfrm>
            <a:off x="609918" y="6519672"/>
            <a:ext cx="885600" cy="201168"/>
          </a:xfrm>
          <a:prstGeom prst="rect">
            <a:avLst/>
          </a:prstGeom>
          <a:noFill/>
        </p:spPr>
        <p:txBody>
          <a:bodyPr wrap="square" lIns="0" tIns="0" rIns="0" bIns="0" rtlCol="0" anchor="t" anchorCtr="0">
            <a:noAutofit/>
          </a:bodyPr>
          <a:lstStyle/>
          <a:p>
            <a:r>
              <a:rPr lang="en-GB" sz="1100">
                <a:solidFill>
                  <a:schemeClr val="bg2">
                    <a:lumMod val="50000"/>
                  </a:schemeClr>
                </a:solidFill>
                <a:latin typeface="EYInterstate Light" panose="02000506000000020004" pitchFamily="2" charset="0"/>
              </a:rPr>
              <a:t>Page </a:t>
            </a:r>
            <a:fld id="{9AE4D82F-B047-469B-AC52-A46321747EAF}" type="slidenum">
              <a:rPr lang="en-GB" sz="1100" smtClean="0">
                <a:solidFill>
                  <a:schemeClr val="bg2">
                    <a:lumMod val="50000"/>
                  </a:schemeClr>
                </a:solidFill>
                <a:latin typeface="EYInterstate Light" panose="02000506000000020004" pitchFamily="2" charset="0"/>
              </a:rPr>
              <a:pPr/>
              <a:t>‹#›</a:t>
            </a:fld>
            <a:endParaRPr lang="en-GB" sz="1100">
              <a:solidFill>
                <a:schemeClr val="bg2">
                  <a:lumMod val="50000"/>
                </a:schemeClr>
              </a:solidFill>
              <a:latin typeface="EYInterstate Light" panose="02000506000000020004" pitchFamily="2" charset="0"/>
            </a:endParaRPr>
          </a:p>
        </p:txBody>
      </p:sp>
      <p:sp>
        <p:nvSpPr>
          <p:cNvPr id="4"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defRPr sz="1100">
                <a:solidFill>
                  <a:schemeClr val="bg2">
                    <a:lumMod val="50000"/>
                  </a:schemeClr>
                </a:solidFill>
                <a:latin typeface="EYInterstate Light" panose="02000506000000020004" pitchFamily="2" charset="0"/>
              </a:defRPr>
            </a:lvl1pPr>
          </a:lstStyle>
          <a:p>
            <a:r>
              <a:rPr lang="en-US"/>
              <a:t>1</a:t>
            </a:r>
            <a:r>
              <a:rPr lang="en-US" baseline="30000"/>
              <a:t>er</a:t>
            </a:r>
            <a:r>
              <a:rPr lang="en-US"/>
              <a:t> Janvier 2016</a:t>
            </a:r>
          </a:p>
        </p:txBody>
      </p:sp>
      <p:pic>
        <p:nvPicPr>
          <p:cNvPr id="12" name="Picture 11"/>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1190960" y="6327648"/>
            <a:ext cx="399919" cy="408838"/>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 id="2147483777" r:id="rId2"/>
    <p:sldLayoutId id="2147483668" r:id="rId3"/>
    <p:sldLayoutId id="2147483730" r:id="rId4"/>
    <p:sldLayoutId id="2147483731" r:id="rId5"/>
    <p:sldLayoutId id="2147483669" r:id="rId6"/>
    <p:sldLayoutId id="2147483773" r:id="rId7"/>
    <p:sldLayoutId id="2147483670" r:id="rId8"/>
    <p:sldLayoutId id="2147483671" r:id="rId9"/>
    <p:sldLayoutId id="2147483672" r:id="rId10"/>
    <p:sldLayoutId id="2147483673" r:id="rId11"/>
    <p:sldLayoutId id="2147483674" r:id="rId12"/>
    <p:sldLayoutId id="2147483726" r:id="rId13"/>
    <p:sldLayoutId id="2147483786" r:id="rId14"/>
    <p:sldLayoutId id="2147483791" r:id="rId15"/>
    <p:sldLayoutId id="2147483677" r:id="rId16"/>
    <p:sldLayoutId id="2147483678" r:id="rId17"/>
    <p:sldLayoutId id="2147483679" r:id="rId18"/>
    <p:sldLayoutId id="2147483784" r:id="rId19"/>
    <p:sldLayoutId id="2147483799" r:id="rId20"/>
  </p:sldLayoutIdLst>
  <p:hf sldNum="0" hdr="0"/>
  <p:txStyles>
    <p:titleStyle>
      <a:lvl1pPr algn="l" defTabSz="914400" rtl="0" eaLnBrk="1" latinLnBrk="0" hangingPunct="1">
        <a:lnSpc>
          <a:spcPct val="100000"/>
        </a:lnSpc>
        <a:spcBef>
          <a:spcPct val="0"/>
        </a:spcBef>
        <a:buNone/>
        <a:defRPr sz="2800" b="1" kern="1200">
          <a:solidFill>
            <a:schemeClr val="bg2">
              <a:lumMod val="50000"/>
            </a:schemeClr>
          </a:solidFill>
          <a:latin typeface="EYInterstate Light" panose="02000506000000020004" pitchFamily="2" charset="0"/>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2">
              <a:lumMod val="50000"/>
            </a:schemeClr>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2">
              <a:lumMod val="50000"/>
            </a:schemeClr>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2">
              <a:lumMod val="50000"/>
            </a:schemeClr>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2">
              <a:lumMod val="50000"/>
            </a:schemeClr>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2">
              <a:lumMod val="50000"/>
            </a:schemeClr>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100002"/>
            <a:ext cx="10978515" cy="860400"/>
          </a:xfrm>
          <a:prstGeom prst="rect">
            <a:avLst/>
          </a:prstGeom>
        </p:spPr>
        <p:txBody>
          <a:bodyPr vert="horz" lIns="0" tIns="0" rIns="0" bIns="0" rtlCol="0" anchor="ctr" anchorCtr="0">
            <a:noAutofit/>
          </a:bodyPr>
          <a:lstStyle/>
          <a:p>
            <a:r>
              <a:rPr lang="en-US"/>
              <a:t>Click to edit Master title style</a:t>
            </a:r>
            <a:endParaRPr lang="en-GB"/>
          </a:p>
        </p:txBody>
      </p:sp>
      <p:sp>
        <p:nvSpPr>
          <p:cNvPr id="3" name="Text Placeholder 2"/>
          <p:cNvSpPr>
            <a:spLocks noGrp="1"/>
          </p:cNvSpPr>
          <p:nvPr>
            <p:ph type="body" idx="1"/>
          </p:nvPr>
        </p:nvSpPr>
        <p:spPr>
          <a:xfrm>
            <a:off x="609918" y="1425600"/>
            <a:ext cx="10978515" cy="4698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defRPr sz="1100">
                <a:solidFill>
                  <a:schemeClr val="bg2">
                    <a:lumMod val="50000"/>
                  </a:schemeClr>
                </a:solidFill>
                <a:latin typeface="EYInterstate Light" panose="02000506000000020004" pitchFamily="2" charset="0"/>
              </a:defRPr>
            </a:lvl1pPr>
          </a:lstStyle>
          <a:p>
            <a:r>
              <a:rPr lang="en-GB"/>
              <a:t>Presentation title</a:t>
            </a:r>
          </a:p>
        </p:txBody>
      </p:sp>
      <p:sp>
        <p:nvSpPr>
          <p:cNvPr id="7" name="TextBox 6"/>
          <p:cNvSpPr txBox="1"/>
          <p:nvPr/>
        </p:nvSpPr>
        <p:spPr>
          <a:xfrm>
            <a:off x="609918" y="6519672"/>
            <a:ext cx="886968" cy="201168"/>
          </a:xfrm>
          <a:prstGeom prst="rect">
            <a:avLst/>
          </a:prstGeom>
          <a:noFill/>
        </p:spPr>
        <p:txBody>
          <a:bodyPr wrap="square" lIns="0" tIns="0" rIns="0" bIns="0" rtlCol="0" anchor="t" anchorCtr="0">
            <a:noAutofit/>
          </a:bodyPr>
          <a:lstStyle/>
          <a:p>
            <a:r>
              <a:rPr lang="en-GB" sz="1100">
                <a:solidFill>
                  <a:schemeClr val="bg2">
                    <a:lumMod val="50000"/>
                  </a:schemeClr>
                </a:solidFill>
                <a:latin typeface="EYInterstate Light" panose="02000506000000020004" pitchFamily="2" charset="0"/>
              </a:rPr>
              <a:t>Page </a:t>
            </a:r>
            <a:fld id="{9AE4D82F-B047-469B-AC52-A46321747EAF}" type="slidenum">
              <a:rPr lang="en-GB" sz="1100" smtClean="0">
                <a:solidFill>
                  <a:schemeClr val="bg2">
                    <a:lumMod val="50000"/>
                  </a:schemeClr>
                </a:solidFill>
                <a:latin typeface="EYInterstate Light" panose="02000506000000020004" pitchFamily="2" charset="0"/>
              </a:rPr>
              <a:pPr/>
              <a:t>‹#›</a:t>
            </a:fld>
            <a:endParaRPr lang="en-GB" sz="1100">
              <a:solidFill>
                <a:schemeClr val="bg2">
                  <a:lumMod val="50000"/>
                </a:schemeClr>
              </a:solidFill>
              <a:latin typeface="EYInterstate Light" panose="02000506000000020004" pitchFamily="2" charset="0"/>
            </a:endParaRPr>
          </a:p>
        </p:txBody>
      </p:sp>
      <p:sp>
        <p:nvSpPr>
          <p:cNvPr id="12"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defRPr sz="1100">
                <a:solidFill>
                  <a:schemeClr val="bg2">
                    <a:lumMod val="50000"/>
                  </a:schemeClr>
                </a:solidFill>
                <a:latin typeface="EYInterstate Light" panose="02000506000000020004" pitchFamily="2" charset="0"/>
              </a:defRPr>
            </a:lvl1pPr>
          </a:lstStyle>
          <a:p>
            <a:r>
              <a:rPr lang="en-US"/>
              <a:t>1 January 2014</a:t>
            </a:r>
          </a:p>
        </p:txBody>
      </p:sp>
      <p:pic>
        <p:nvPicPr>
          <p:cNvPr id="10" name="Picture 9"/>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11192256" y="6327648"/>
            <a:ext cx="402504" cy="411480"/>
          </a:xfrm>
          <a:prstGeom prst="rect">
            <a:avLst/>
          </a:prstGeom>
        </p:spPr>
      </p:pic>
    </p:spTree>
    <p:extLst>
      <p:ext uri="{BB962C8B-B14F-4D97-AF65-F5344CB8AC3E}">
        <p14:creationId xmlns:p14="http://schemas.microsoft.com/office/powerpoint/2010/main" val="2074791551"/>
      </p:ext>
    </p:extLst>
  </p:cSld>
  <p:clrMap bg1="lt1" tx1="dk1" bg2="lt2" tx2="dk2" accent1="accent1" accent2="accent2" accent3="accent3" accent4="accent4" accent5="accent5" accent6="accent6" hlink="hlink" folHlink="folHlink"/>
  <p:sldLayoutIdLst>
    <p:sldLayoutId id="2147483709" r:id="rId1"/>
    <p:sldLayoutId id="2147483763" r:id="rId2"/>
    <p:sldLayoutId id="2147483764" r:id="rId3"/>
    <p:sldLayoutId id="2147483778" r:id="rId4"/>
    <p:sldLayoutId id="2147483710" r:id="rId5"/>
    <p:sldLayoutId id="2147483732" r:id="rId6"/>
    <p:sldLayoutId id="2147483733" r:id="rId7"/>
    <p:sldLayoutId id="2147483711" r:id="rId8"/>
    <p:sldLayoutId id="2147483774" r:id="rId9"/>
    <p:sldLayoutId id="2147483712" r:id="rId10"/>
    <p:sldLayoutId id="2147483713" r:id="rId11"/>
    <p:sldLayoutId id="2147483714" r:id="rId12"/>
    <p:sldLayoutId id="2147483715" r:id="rId13"/>
    <p:sldLayoutId id="2147483716" r:id="rId14"/>
    <p:sldLayoutId id="2147483727" r:id="rId15"/>
    <p:sldLayoutId id="2147483792" r:id="rId16"/>
    <p:sldLayoutId id="2147483793" r:id="rId17"/>
    <p:sldLayoutId id="2147483719" r:id="rId18"/>
    <p:sldLayoutId id="2147483720" r:id="rId19"/>
    <p:sldLayoutId id="2147483721" r:id="rId20"/>
    <p:sldLayoutId id="2147483783" r:id="rId21"/>
    <p:sldLayoutId id="2147483795" r:id="rId22"/>
    <p:sldLayoutId id="2147483798" r:id="rId23"/>
  </p:sldLayoutIdLst>
  <p:hf sldNum="0" hdr="0"/>
  <p:txStyles>
    <p:titleStyle>
      <a:lvl1pPr algn="l" defTabSz="914400" rtl="0" eaLnBrk="1" latinLnBrk="0" hangingPunct="1">
        <a:lnSpc>
          <a:spcPct val="100000"/>
        </a:lnSpc>
        <a:spcBef>
          <a:spcPct val="0"/>
        </a:spcBef>
        <a:buNone/>
        <a:defRPr sz="2800" b="1" kern="1200">
          <a:solidFill>
            <a:schemeClr val="bg2">
              <a:lumMod val="50000"/>
            </a:schemeClr>
          </a:solidFill>
          <a:latin typeface="EYInterstate Light" panose="02000506000000020004" pitchFamily="2" charset="0"/>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2">
              <a:lumMod val="50000"/>
            </a:schemeClr>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2">
              <a:lumMod val="50000"/>
            </a:schemeClr>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2">
              <a:lumMod val="50000"/>
            </a:schemeClr>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2">
              <a:lumMod val="50000"/>
            </a:schemeClr>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2">
              <a:lumMod val="50000"/>
            </a:schemeClr>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100002"/>
            <a:ext cx="10978515" cy="860400"/>
          </a:xfrm>
          <a:prstGeom prst="rect">
            <a:avLst/>
          </a:prstGeom>
        </p:spPr>
        <p:txBody>
          <a:bodyPr vert="horz" lIns="0" tIns="0" rIns="0" bIns="0" rtlCol="0" anchor="ctr" anchorCtr="0">
            <a:noAutofit/>
          </a:bodyPr>
          <a:lstStyle/>
          <a:p>
            <a:r>
              <a:rPr lang="en-US"/>
              <a:t>Click to edit Master title style</a:t>
            </a:r>
            <a:endParaRPr lang="en-GB"/>
          </a:p>
        </p:txBody>
      </p:sp>
      <p:sp>
        <p:nvSpPr>
          <p:cNvPr id="3" name="Text Placeholder 2"/>
          <p:cNvSpPr>
            <a:spLocks noGrp="1"/>
          </p:cNvSpPr>
          <p:nvPr>
            <p:ph type="body" idx="1"/>
          </p:nvPr>
        </p:nvSpPr>
        <p:spPr>
          <a:xfrm>
            <a:off x="609918" y="1425599"/>
            <a:ext cx="10978515" cy="470001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lnSpc>
                <a:spcPct val="100000"/>
              </a:lnSpc>
              <a:defRPr sz="1100">
                <a:solidFill>
                  <a:schemeClr val="bg1"/>
                </a:solidFill>
                <a:latin typeface="EYInterstate Light" panose="02000506000000020004" pitchFamily="2" charset="0"/>
              </a:defRPr>
            </a:lvl1pPr>
          </a:lstStyle>
          <a:p>
            <a:r>
              <a:rPr lang="en-GB"/>
              <a:t>Presentation title</a:t>
            </a:r>
          </a:p>
        </p:txBody>
      </p:sp>
      <p:sp>
        <p:nvSpPr>
          <p:cNvPr id="7" name="TextBox 6"/>
          <p:cNvSpPr txBox="1"/>
          <p:nvPr/>
        </p:nvSpPr>
        <p:spPr>
          <a:xfrm>
            <a:off x="609918" y="6519672"/>
            <a:ext cx="886968" cy="201168"/>
          </a:xfrm>
          <a:prstGeom prst="rect">
            <a:avLst/>
          </a:prstGeom>
          <a:noFill/>
        </p:spPr>
        <p:txBody>
          <a:bodyPr wrap="square" lIns="0" tIns="0" rIns="0" bIns="0" rtlCol="0" anchor="t" anchorCtr="0">
            <a:noAutofit/>
          </a:bodyPr>
          <a:lstStyle/>
          <a:p>
            <a:pPr>
              <a:lnSpc>
                <a:spcPct val="100000"/>
              </a:lnSpc>
            </a:pPr>
            <a:r>
              <a:rPr lang="en-GB" sz="1100">
                <a:solidFill>
                  <a:schemeClr val="bg1"/>
                </a:solidFill>
                <a:latin typeface="EYInterstate Light" panose="02000506000000020004" pitchFamily="2" charset="0"/>
              </a:rPr>
              <a:t>Page </a:t>
            </a:r>
            <a:fld id="{9AE4D82F-B047-469B-AC52-A46321747EAF}" type="slidenum">
              <a:rPr lang="en-GB" sz="1100" smtClean="0">
                <a:solidFill>
                  <a:schemeClr val="bg1"/>
                </a:solidFill>
                <a:latin typeface="EYInterstate Light" panose="02000506000000020004" pitchFamily="2" charset="0"/>
              </a:rPr>
              <a:pPr>
                <a:lnSpc>
                  <a:spcPct val="100000"/>
                </a:lnSpc>
              </a:pPr>
              <a:t>‹#›</a:t>
            </a:fld>
            <a:endParaRPr lang="en-GB" sz="1100">
              <a:solidFill>
                <a:schemeClr val="bg1"/>
              </a:solidFill>
              <a:latin typeface="EYInterstate Light" panose="02000506000000020004" pitchFamily="2" charset="0"/>
            </a:endParaRPr>
          </a:p>
        </p:txBody>
      </p:sp>
      <p:sp>
        <p:nvSpPr>
          <p:cNvPr id="12"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lnSpc>
                <a:spcPct val="100000"/>
              </a:lnSpc>
              <a:defRPr sz="1100">
                <a:solidFill>
                  <a:schemeClr val="bg1"/>
                </a:solidFill>
                <a:latin typeface="EYInterstate Light" panose="02000506000000020004" pitchFamily="2" charset="0"/>
              </a:defRPr>
            </a:lvl1pPr>
          </a:lstStyle>
          <a:p>
            <a:r>
              <a:rPr lang="en-US"/>
              <a:t>1 January 2014</a:t>
            </a:r>
          </a:p>
        </p:txBody>
      </p:sp>
      <p:pic>
        <p:nvPicPr>
          <p:cNvPr id="13" name="Picture 12"/>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1192256" y="6327648"/>
            <a:ext cx="402504" cy="411480"/>
          </a:xfrm>
          <a:prstGeom prst="rect">
            <a:avLst/>
          </a:prstGeom>
        </p:spPr>
      </p:pic>
    </p:spTree>
  </p:cSld>
  <p:clrMap bg1="lt1" tx1="dk1" bg2="lt2" tx2="dk2" accent1="accent1" accent2="accent2" accent3="accent3" accent4="accent4" accent5="accent5" accent6="accent6" hlink="hlink" folHlink="folHlink"/>
  <p:sldLayoutIdLst>
    <p:sldLayoutId id="2147483681" r:id="rId1"/>
    <p:sldLayoutId id="2147483758" r:id="rId2"/>
    <p:sldLayoutId id="2147483759" r:id="rId3"/>
    <p:sldLayoutId id="2147483761" r:id="rId4"/>
    <p:sldLayoutId id="2147483779" r:id="rId5"/>
    <p:sldLayoutId id="2147483682" r:id="rId6"/>
    <p:sldLayoutId id="2147483734" r:id="rId7"/>
    <p:sldLayoutId id="2147483735" r:id="rId8"/>
    <p:sldLayoutId id="2147483683" r:id="rId9"/>
    <p:sldLayoutId id="2147483775" r:id="rId10"/>
    <p:sldLayoutId id="2147483684" r:id="rId11"/>
    <p:sldLayoutId id="2147483685" r:id="rId12"/>
    <p:sldLayoutId id="2147483686" r:id="rId13"/>
    <p:sldLayoutId id="2147483687" r:id="rId14"/>
    <p:sldLayoutId id="2147483688" r:id="rId15"/>
    <p:sldLayoutId id="2147483728" r:id="rId16"/>
    <p:sldLayoutId id="2147483789" r:id="rId17"/>
    <p:sldLayoutId id="2147483790" r:id="rId18"/>
    <p:sldLayoutId id="2147483691" r:id="rId19"/>
    <p:sldLayoutId id="2147483692" r:id="rId20"/>
    <p:sldLayoutId id="2147483693" r:id="rId21"/>
    <p:sldLayoutId id="2147483782" r:id="rId22"/>
  </p:sldLayoutIdLst>
  <p:hf sldNum="0" hdr="0"/>
  <p:txStyles>
    <p:titleStyle>
      <a:lvl1pPr algn="l" defTabSz="914400" rtl="0" eaLnBrk="1" latinLnBrk="0" hangingPunct="1">
        <a:lnSpc>
          <a:spcPct val="100000"/>
        </a:lnSpc>
        <a:spcBef>
          <a:spcPct val="0"/>
        </a:spcBef>
        <a:buNone/>
        <a:defRPr sz="2800" b="1" kern="1200">
          <a:solidFill>
            <a:schemeClr val="bg1"/>
          </a:solidFill>
          <a:latin typeface="EYInterstate Light" panose="02000506000000020004" pitchFamily="2" charset="0"/>
          <a:ea typeface="+mj-ea"/>
          <a:cs typeface="Arial" pitchFamily="34" charset="0"/>
        </a:defRPr>
      </a:lvl1pPr>
    </p:titleStyle>
    <p:bodyStyle>
      <a:lvl1pPr marL="356616" indent="-356616" algn="l" defTabSz="914400" rtl="0" eaLnBrk="1" latinLnBrk="0" hangingPunct="1">
        <a:lnSpc>
          <a:spcPct val="100000"/>
        </a:lnSpc>
        <a:spcBef>
          <a:spcPct val="20000"/>
        </a:spcBef>
        <a:buClr>
          <a:schemeClr val="accent2"/>
        </a:buClr>
        <a:buSzPct val="70000"/>
        <a:buFont typeface="Arial" pitchFamily="34" charset="0"/>
        <a:buChar char="►"/>
        <a:defRPr sz="24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lnSpc>
          <a:spcPct val="100000"/>
        </a:lnSpc>
        <a:spcBef>
          <a:spcPct val="20000"/>
        </a:spcBef>
        <a:buClr>
          <a:schemeClr val="accent2"/>
        </a:buClr>
        <a:buSzPct val="70000"/>
        <a:buFont typeface="Arial" pitchFamily="34" charset="0"/>
        <a:buChar char="►"/>
        <a:defRPr sz="20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lnSpc>
          <a:spcPct val="100000"/>
        </a:lnSpc>
        <a:spcBef>
          <a:spcPct val="20000"/>
        </a:spcBef>
        <a:buClr>
          <a:schemeClr val="accent2"/>
        </a:buClr>
        <a:buSzPct val="70000"/>
        <a:buFont typeface="Arial" pitchFamily="34" charset="0"/>
        <a:buChar char="►"/>
        <a:defRPr sz="1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lnSpc>
          <a:spcPct val="100000"/>
        </a:lnSpc>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lnSpc>
          <a:spcPct val="100000"/>
        </a:lnSpc>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104615"/>
            <a:ext cx="10978515" cy="860400"/>
          </a:xfrm>
          <a:prstGeom prst="rect">
            <a:avLst/>
          </a:prstGeom>
        </p:spPr>
        <p:txBody>
          <a:bodyPr vert="horz" lIns="0" tIns="0" rIns="0" bIns="0" rtlCol="0" anchor="ctr" anchorCtr="0">
            <a:noAutofit/>
          </a:bodyPr>
          <a:lstStyle/>
          <a:p>
            <a:r>
              <a:rPr lang="en-US"/>
              <a:t>Click to edit Master title style</a:t>
            </a:r>
            <a:endParaRPr lang="en-GB"/>
          </a:p>
        </p:txBody>
      </p:sp>
      <p:sp>
        <p:nvSpPr>
          <p:cNvPr id="3" name="Text Placeholder 2"/>
          <p:cNvSpPr>
            <a:spLocks noGrp="1"/>
          </p:cNvSpPr>
          <p:nvPr>
            <p:ph type="body" idx="1"/>
          </p:nvPr>
        </p:nvSpPr>
        <p:spPr>
          <a:xfrm>
            <a:off x="609918" y="1425600"/>
            <a:ext cx="10978515" cy="4698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defRPr sz="1100">
                <a:solidFill>
                  <a:schemeClr val="bg1"/>
                </a:solidFill>
                <a:latin typeface="EYInterstate Light" panose="02000506000000020004" pitchFamily="2" charset="0"/>
              </a:defRPr>
            </a:lvl1pPr>
          </a:lstStyle>
          <a:p>
            <a:r>
              <a:rPr lang="en-GB"/>
              <a:t>Presentation title</a:t>
            </a:r>
          </a:p>
        </p:txBody>
      </p:sp>
      <p:sp>
        <p:nvSpPr>
          <p:cNvPr id="7" name="TextBox 6"/>
          <p:cNvSpPr txBox="1"/>
          <p:nvPr/>
        </p:nvSpPr>
        <p:spPr>
          <a:xfrm>
            <a:off x="609918" y="6519672"/>
            <a:ext cx="886968" cy="201168"/>
          </a:xfrm>
          <a:prstGeom prst="rect">
            <a:avLst/>
          </a:prstGeom>
          <a:noFill/>
        </p:spPr>
        <p:txBody>
          <a:bodyPr wrap="square" lIns="0" tIns="0" rIns="0" bIns="0" rtlCol="0" anchor="t" anchorCtr="0">
            <a:noAutofit/>
          </a:bodyPr>
          <a:lstStyle/>
          <a:p>
            <a:r>
              <a:rPr lang="en-GB" sz="1100">
                <a:solidFill>
                  <a:schemeClr val="bg1"/>
                </a:solidFill>
                <a:latin typeface="EYInterstate Light" panose="02000506000000020004" pitchFamily="2" charset="0"/>
              </a:rPr>
              <a:t>Page </a:t>
            </a:r>
            <a:fld id="{9AE4D82F-B047-469B-AC52-A46321747EAF}" type="slidenum">
              <a:rPr lang="en-GB" sz="1100" smtClean="0">
                <a:solidFill>
                  <a:schemeClr val="bg1"/>
                </a:solidFill>
                <a:latin typeface="EYInterstate Light" panose="02000506000000020004" pitchFamily="2" charset="0"/>
              </a:rPr>
              <a:pPr/>
              <a:t>‹#›</a:t>
            </a:fld>
            <a:endParaRPr lang="en-GB" sz="1100">
              <a:solidFill>
                <a:schemeClr val="bg1"/>
              </a:solidFill>
              <a:latin typeface="EYInterstate Light" panose="02000506000000020004" pitchFamily="2" charset="0"/>
            </a:endParaRPr>
          </a:p>
        </p:txBody>
      </p:sp>
      <p:sp>
        <p:nvSpPr>
          <p:cNvPr id="12"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defRPr sz="1100">
                <a:solidFill>
                  <a:schemeClr val="bg1"/>
                </a:solidFill>
                <a:latin typeface="EYInterstate Light" panose="02000506000000020004" pitchFamily="2" charset="0"/>
              </a:defRPr>
            </a:lvl1pPr>
          </a:lstStyle>
          <a:p>
            <a:r>
              <a:rPr lang="en-US"/>
              <a:t>1 January 2014</a:t>
            </a:r>
          </a:p>
        </p:txBody>
      </p:sp>
      <p:pic>
        <p:nvPicPr>
          <p:cNvPr id="13" name="Picture 12"/>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1192256" y="6327648"/>
            <a:ext cx="402504" cy="411480"/>
          </a:xfrm>
          <a:prstGeom prst="rect">
            <a:avLst/>
          </a:prstGeom>
        </p:spPr>
      </p:pic>
    </p:spTree>
  </p:cSld>
  <p:clrMap bg1="lt1" tx1="dk1" bg2="lt2" tx2="dk2" accent1="accent1" accent2="accent2" accent3="accent3" accent4="accent4" accent5="accent5" accent6="accent6" hlink="hlink" folHlink="folHlink"/>
  <p:sldLayoutIdLst>
    <p:sldLayoutId id="2147483695" r:id="rId1"/>
    <p:sldLayoutId id="2147483696" r:id="rId2"/>
    <p:sldLayoutId id="2147483736" r:id="rId3"/>
    <p:sldLayoutId id="2147483737" r:id="rId4"/>
    <p:sldLayoutId id="2147483697" r:id="rId5"/>
    <p:sldLayoutId id="2147483776" r:id="rId6"/>
    <p:sldLayoutId id="2147483698" r:id="rId7"/>
    <p:sldLayoutId id="2147483699" r:id="rId8"/>
    <p:sldLayoutId id="2147483700" r:id="rId9"/>
    <p:sldLayoutId id="2147483701" r:id="rId10"/>
    <p:sldLayoutId id="2147483702" r:id="rId11"/>
    <p:sldLayoutId id="2147483729" r:id="rId12"/>
    <p:sldLayoutId id="2147483788" r:id="rId13"/>
    <p:sldLayoutId id="2147483787" r:id="rId14"/>
    <p:sldLayoutId id="2147483705" r:id="rId15"/>
    <p:sldLayoutId id="2147483706" r:id="rId16"/>
    <p:sldLayoutId id="2147483707" r:id="rId17"/>
    <p:sldLayoutId id="2147483781" r:id="rId18"/>
  </p:sldLayoutIdLst>
  <p:hf sldNum="0" hdr="0"/>
  <p:txStyles>
    <p:titleStyle>
      <a:lvl1pPr algn="l" defTabSz="914400" rtl="0" eaLnBrk="1" latinLnBrk="0" hangingPunct="1">
        <a:lnSpc>
          <a:spcPct val="100000"/>
        </a:lnSpc>
        <a:spcBef>
          <a:spcPct val="0"/>
        </a:spcBef>
        <a:buNone/>
        <a:defRPr sz="2800" b="1" kern="1200">
          <a:solidFill>
            <a:schemeClr val="bg1"/>
          </a:solidFill>
          <a:latin typeface="EYInterstate Light" panose="02000506000000020004" pitchFamily="2" charset="0"/>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2"/>
            </p:custDataLst>
            <p:extLst>
              <p:ext uri="{D42A27DB-BD31-4B8C-83A1-F6EECF244321}">
                <p14:modId xmlns:p14="http://schemas.microsoft.com/office/powerpoint/2010/main" val="2089717335"/>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9" name="Object 8" hidden="1"/>
                      <p:cNvPicPr/>
                      <p:nvPr/>
                    </p:nvPicPr>
                    <p:blipFill>
                      <a:blip r:embed="rId14"/>
                      <a:stretch>
                        <a:fillRect/>
                      </a:stretch>
                    </p:blipFill>
                    <p:spPr>
                      <a:xfrm>
                        <a:off x="2119" y="1589"/>
                        <a:ext cx="2117" cy="1587"/>
                      </a:xfrm>
                      <a:prstGeom prst="rect">
                        <a:avLst/>
                      </a:prstGeom>
                    </p:spPr>
                  </p:pic>
                </p:oleObj>
              </mc:Fallback>
            </mc:AlternateContent>
          </a:graphicData>
        </a:graphic>
      </p:graphicFrame>
      <p:sp>
        <p:nvSpPr>
          <p:cNvPr id="2" name="Title Placeholder 1"/>
          <p:cNvSpPr>
            <a:spLocks noGrp="1"/>
          </p:cNvSpPr>
          <p:nvPr>
            <p:ph type="title"/>
          </p:nvPr>
        </p:nvSpPr>
        <p:spPr>
          <a:xfrm>
            <a:off x="667547" y="201340"/>
            <a:ext cx="10579908" cy="936000"/>
          </a:xfrm>
          <a:prstGeom prst="rect">
            <a:avLst/>
          </a:prstGeom>
        </p:spPr>
        <p:txBody>
          <a:bodyPr vert="horz" lIns="0" tIns="46800" rIns="0" bIns="46800" rtlCol="0" anchor="b" anchorCtr="0">
            <a:noAutofit/>
          </a:bodyPr>
          <a:lstStyle/>
          <a:p>
            <a:r>
              <a:rPr lang="en-US"/>
              <a:t>Click edit Master title style</a:t>
            </a:r>
            <a:endParaRPr lang="en-AU"/>
          </a:p>
        </p:txBody>
      </p:sp>
      <p:sp>
        <p:nvSpPr>
          <p:cNvPr id="3" name="Text Placeholder 2"/>
          <p:cNvSpPr>
            <a:spLocks noGrp="1"/>
          </p:cNvSpPr>
          <p:nvPr>
            <p:ph type="body" idx="1"/>
          </p:nvPr>
        </p:nvSpPr>
        <p:spPr>
          <a:xfrm>
            <a:off x="691560" y="1485900"/>
            <a:ext cx="10978515" cy="417422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TextBox 7"/>
          <p:cNvSpPr txBox="1"/>
          <p:nvPr/>
        </p:nvSpPr>
        <p:spPr>
          <a:xfrm>
            <a:off x="916723" y="6484629"/>
            <a:ext cx="46488" cy="123111"/>
          </a:xfrm>
          <a:prstGeom prst="rect">
            <a:avLst/>
          </a:prstGeom>
          <a:noFill/>
        </p:spPr>
        <p:txBody>
          <a:bodyPr wrap="none" lIns="0" tIns="0" rIns="0" bIns="0" rtlCol="0" anchor="ctr">
            <a:spAutoFit/>
          </a:bodyPr>
          <a:lstStyle/>
          <a:p>
            <a:r>
              <a:rPr lang="en-AU" sz="800" b="1">
                <a:solidFill>
                  <a:srgbClr val="C0504D"/>
                </a:solidFill>
                <a:latin typeface="Calibri" panose="020F0502020204030204" pitchFamily="34" charset="0"/>
                <a:cs typeface="Arial" pitchFamily="34" charset="0"/>
                <a:sym typeface="Symbol"/>
              </a:rPr>
              <a:t></a:t>
            </a:r>
            <a:endParaRPr lang="en-AU" sz="800" b="1">
              <a:solidFill>
                <a:srgbClr val="C0504D"/>
              </a:solidFill>
              <a:latin typeface="Calibri" panose="020F0502020204030204" pitchFamily="34" charset="0"/>
              <a:cs typeface="Arial" pitchFamily="34" charset="0"/>
            </a:endParaRPr>
          </a:p>
        </p:txBody>
      </p:sp>
      <p:sp>
        <p:nvSpPr>
          <p:cNvPr id="11" name="TextBox 10"/>
          <p:cNvSpPr txBox="1"/>
          <p:nvPr/>
        </p:nvSpPr>
        <p:spPr>
          <a:xfrm>
            <a:off x="916723" y="6484629"/>
            <a:ext cx="46488" cy="123111"/>
          </a:xfrm>
          <a:prstGeom prst="rect">
            <a:avLst/>
          </a:prstGeom>
          <a:noFill/>
        </p:spPr>
        <p:txBody>
          <a:bodyPr wrap="none" lIns="0" tIns="0" rIns="0" bIns="0" rtlCol="0" anchor="ctr">
            <a:spAutoFit/>
          </a:bodyPr>
          <a:lstStyle/>
          <a:p>
            <a:r>
              <a:rPr lang="en-AU" sz="800" b="1">
                <a:solidFill>
                  <a:srgbClr val="C0504D"/>
                </a:solidFill>
                <a:latin typeface="Calibri" panose="020F0502020204030204" pitchFamily="34" charset="0"/>
                <a:cs typeface="Arial" pitchFamily="34" charset="0"/>
                <a:sym typeface="Symbol"/>
              </a:rPr>
              <a:t></a:t>
            </a:r>
            <a:endParaRPr lang="en-AU" sz="800" b="1">
              <a:solidFill>
                <a:srgbClr val="C0504D"/>
              </a:solidFill>
              <a:latin typeface="Calibri" panose="020F0502020204030204" pitchFamily="34" charset="0"/>
              <a:cs typeface="Arial" pitchFamily="34" charset="0"/>
            </a:endParaRPr>
          </a:p>
        </p:txBody>
      </p:sp>
      <p:sp>
        <p:nvSpPr>
          <p:cNvPr id="14" name="TextBox 13"/>
          <p:cNvSpPr txBox="1"/>
          <p:nvPr/>
        </p:nvSpPr>
        <p:spPr>
          <a:xfrm>
            <a:off x="916723" y="6484629"/>
            <a:ext cx="46488" cy="123111"/>
          </a:xfrm>
          <a:prstGeom prst="rect">
            <a:avLst/>
          </a:prstGeom>
          <a:noFill/>
        </p:spPr>
        <p:txBody>
          <a:bodyPr wrap="none" lIns="0" tIns="0" rIns="0" bIns="0" rtlCol="0" anchor="ctr">
            <a:spAutoFit/>
          </a:bodyPr>
          <a:lstStyle/>
          <a:p>
            <a:r>
              <a:rPr lang="en-AU" sz="800" b="1">
                <a:solidFill>
                  <a:srgbClr val="C0504D"/>
                </a:solidFill>
                <a:latin typeface="Calibri" panose="020F0502020204030204" pitchFamily="34" charset="0"/>
                <a:cs typeface="Arial" pitchFamily="34" charset="0"/>
                <a:sym typeface="Symbol"/>
              </a:rPr>
              <a:t></a:t>
            </a:r>
            <a:endParaRPr lang="en-AU" sz="800" b="1">
              <a:solidFill>
                <a:srgbClr val="C0504D"/>
              </a:solidFill>
              <a:latin typeface="Calibri" panose="020F0502020204030204" pitchFamily="34" charset="0"/>
              <a:cs typeface="Arial" pitchFamily="34" charset="0"/>
            </a:endParaRPr>
          </a:p>
        </p:txBody>
      </p:sp>
      <p:sp>
        <p:nvSpPr>
          <p:cNvPr id="17" name="TextBox 16"/>
          <p:cNvSpPr txBox="1"/>
          <p:nvPr userDrawn="1"/>
        </p:nvSpPr>
        <p:spPr>
          <a:xfrm>
            <a:off x="916723" y="6484629"/>
            <a:ext cx="46488" cy="123111"/>
          </a:xfrm>
          <a:prstGeom prst="rect">
            <a:avLst/>
          </a:prstGeom>
          <a:noFill/>
        </p:spPr>
        <p:txBody>
          <a:bodyPr wrap="none" lIns="0" tIns="0" rIns="0" bIns="0" rtlCol="0" anchor="ctr">
            <a:spAutoFit/>
          </a:bodyPr>
          <a:lstStyle/>
          <a:p>
            <a:r>
              <a:rPr lang="en-AU" sz="800" b="1">
                <a:solidFill>
                  <a:srgbClr val="C0504D"/>
                </a:solidFill>
                <a:latin typeface="Calibri" panose="020F0502020204030204" pitchFamily="34" charset="0"/>
                <a:cs typeface="Arial" pitchFamily="34" charset="0"/>
                <a:sym typeface="Symbol"/>
              </a:rPr>
              <a:t></a:t>
            </a:r>
            <a:endParaRPr lang="en-AU" sz="800" b="1">
              <a:solidFill>
                <a:srgbClr val="C0504D"/>
              </a:solidFill>
              <a:latin typeface="Calibri" panose="020F0502020204030204" pitchFamily="34" charset="0"/>
              <a:cs typeface="Arial" pitchFamily="34" charset="0"/>
            </a:endParaRPr>
          </a:p>
        </p:txBody>
      </p:sp>
      <p:sp>
        <p:nvSpPr>
          <p:cNvPr id="19" name="Slide Number Placeholder 5"/>
          <p:cNvSpPr>
            <a:spLocks noGrp="1"/>
          </p:cNvSpPr>
          <p:nvPr>
            <p:ph type="sldNum" sz="quarter" idx="4"/>
          </p:nvPr>
        </p:nvSpPr>
        <p:spPr>
          <a:xfrm>
            <a:off x="672350" y="6472800"/>
            <a:ext cx="273743" cy="147600"/>
          </a:xfrm>
          <a:prstGeom prst="rect">
            <a:avLst/>
          </a:prstGeom>
        </p:spPr>
        <p:txBody>
          <a:bodyPr vert="horz" lIns="0" tIns="0" rIns="0" bIns="0" rtlCol="0" anchor="b" anchorCtr="0"/>
          <a:lstStyle>
            <a:lvl1pPr algn="l">
              <a:defRPr sz="800" b="1">
                <a:solidFill>
                  <a:schemeClr val="accent1"/>
                </a:solidFill>
                <a:latin typeface="Calibri" panose="020F0502020204030204" pitchFamily="34" charset="0"/>
              </a:defRPr>
            </a:lvl1pPr>
          </a:lstStyle>
          <a:p>
            <a:fld id="{95E3E08B-9A17-41DC-92FA-6B316E180ADA}" type="slidenum">
              <a:rPr lang="en-AU" smtClean="0">
                <a:solidFill>
                  <a:srgbClr val="4F81BD"/>
                </a:solidFill>
              </a:rPr>
              <a:pPr/>
              <a:t>‹#›</a:t>
            </a:fld>
            <a:endParaRPr lang="en-AU">
              <a:solidFill>
                <a:srgbClr val="4F81BD"/>
              </a:solidFill>
            </a:endParaRPr>
          </a:p>
        </p:txBody>
      </p:sp>
      <p:sp>
        <p:nvSpPr>
          <p:cNvPr id="4" name="TextBox 3"/>
          <p:cNvSpPr txBox="1"/>
          <p:nvPr userDrawn="1"/>
        </p:nvSpPr>
        <p:spPr>
          <a:xfrm>
            <a:off x="10229784" y="6512388"/>
            <a:ext cx="1536971" cy="216024"/>
          </a:xfrm>
          <a:prstGeom prst="rect">
            <a:avLst/>
          </a:prstGeom>
          <a:noFill/>
        </p:spPr>
        <p:txBody>
          <a:bodyPr wrap="none" rtlCol="0">
            <a:noAutofit/>
          </a:bodyPr>
          <a:lstStyle/>
          <a:p>
            <a:pPr>
              <a:lnSpc>
                <a:spcPct val="90000"/>
              </a:lnSpc>
              <a:spcAft>
                <a:spcPts val="600"/>
              </a:spcAft>
              <a:buClr>
                <a:srgbClr val="4F81BD"/>
              </a:buClr>
              <a:buFont typeface="Arial" panose="020B0604020202020204" pitchFamily="34" charset="0"/>
              <a:buNone/>
            </a:pPr>
            <a:r>
              <a:rPr lang="en-US" sz="1000">
                <a:solidFill>
                  <a:prstClr val="black"/>
                </a:solidFill>
              </a:rPr>
              <a:t>LOGO  DELETED</a:t>
            </a:r>
            <a:endParaRPr lang="en-IN" sz="1000" err="1">
              <a:solidFill>
                <a:prstClr val="black"/>
              </a:solidFill>
            </a:endParaRPr>
          </a:p>
        </p:txBody>
      </p:sp>
    </p:spTree>
    <p:extLst>
      <p:ext uri="{BB962C8B-B14F-4D97-AF65-F5344CB8AC3E}">
        <p14:creationId xmlns:p14="http://schemas.microsoft.com/office/powerpoint/2010/main" val="2569110027"/>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Lst>
  <p:hf hdr="0" ftr="0" dt="0"/>
  <p:txStyles>
    <p:titleStyle>
      <a:lvl1pPr algn="l" defTabSz="914400" rtl="0" eaLnBrk="1" latinLnBrk="0" hangingPunct="1">
        <a:lnSpc>
          <a:spcPct val="90000"/>
        </a:lnSpc>
        <a:spcBef>
          <a:spcPct val="0"/>
        </a:spcBef>
        <a:buNone/>
        <a:defRPr sz="2400" b="1" kern="1200">
          <a:solidFill>
            <a:srgbClr val="0033CC"/>
          </a:solidFill>
          <a:latin typeface="Calibri" panose="020F0502020204030204" pitchFamily="34" charset="0"/>
          <a:ea typeface="+mj-ea"/>
          <a:cs typeface="+mj-cs"/>
        </a:defRPr>
      </a:lvl1pPr>
    </p:titleStyle>
    <p:bodyStyle>
      <a:lvl1pPr marL="0" indent="0" algn="l" defTabSz="914400" rtl="0" eaLnBrk="1" latinLnBrk="0" hangingPunct="1">
        <a:lnSpc>
          <a:spcPct val="90000"/>
        </a:lnSpc>
        <a:spcBef>
          <a:spcPts val="0"/>
        </a:spcBef>
        <a:spcAft>
          <a:spcPts val="600"/>
        </a:spcAft>
        <a:buFontTx/>
        <a:buNone/>
        <a:defRPr sz="2000" b="1" kern="1200">
          <a:solidFill>
            <a:schemeClr val="tx1"/>
          </a:solidFill>
          <a:latin typeface="Calibri" panose="020F0502020204030204" pitchFamily="34" charset="0"/>
          <a:ea typeface="+mn-ea"/>
          <a:cs typeface="+mn-cs"/>
        </a:defRPr>
      </a:lvl1pPr>
      <a:lvl2pPr marL="0" indent="-21600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2000" kern="1200">
          <a:solidFill>
            <a:schemeClr val="tx1"/>
          </a:solidFill>
          <a:latin typeface="Calibri" panose="020F0502020204030204" pitchFamily="34" charset="0"/>
          <a:ea typeface="+mn-ea"/>
          <a:cs typeface="+mn-cs"/>
        </a:defRPr>
      </a:lvl2pPr>
      <a:lvl3pPr marL="432000" indent="-216000" algn="l" defTabSz="914400" rtl="0" eaLnBrk="1" latinLnBrk="0" hangingPunct="1">
        <a:lnSpc>
          <a:spcPct val="90000"/>
        </a:lnSpc>
        <a:spcBef>
          <a:spcPts val="0"/>
        </a:spcBef>
        <a:spcAft>
          <a:spcPts val="600"/>
        </a:spcAft>
        <a:buClr>
          <a:schemeClr val="accent1"/>
        </a:buClr>
        <a:buFont typeface="Comic Sans MS" panose="030F0702030302020204" pitchFamily="66" charset="0"/>
        <a:buChar char="›"/>
        <a:defRPr sz="1800" kern="1200">
          <a:solidFill>
            <a:schemeClr val="tx1"/>
          </a:solidFill>
          <a:latin typeface="Calibri" panose="020F0502020204030204" pitchFamily="34" charset="0"/>
          <a:ea typeface="+mn-ea"/>
          <a:cs typeface="+mn-cs"/>
        </a:defRPr>
      </a:lvl3pPr>
      <a:lvl4pPr marL="648000" indent="-216000" algn="l" defTabSz="914400" rtl="0" eaLnBrk="1" latinLnBrk="0" hangingPunct="1">
        <a:lnSpc>
          <a:spcPct val="90000"/>
        </a:lnSpc>
        <a:spcBef>
          <a:spcPts val="0"/>
        </a:spcBef>
        <a:spcAft>
          <a:spcPts val="600"/>
        </a:spcAft>
        <a:buClr>
          <a:schemeClr val="accent1"/>
        </a:buClr>
        <a:buFont typeface="Comic Sans MS" panose="030F0702030302020204" pitchFamily="66" charset="0"/>
        <a:buChar char="›"/>
        <a:defRPr sz="1600" kern="1200">
          <a:solidFill>
            <a:schemeClr val="tx1"/>
          </a:solidFill>
          <a:latin typeface="Calibri" panose="020F0502020204030204" pitchFamily="34" charset="0"/>
          <a:ea typeface="+mn-ea"/>
          <a:cs typeface="+mn-cs"/>
        </a:defRPr>
      </a:lvl4pPr>
      <a:lvl5pPr marL="864000" indent="-21600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600" kern="1200">
          <a:solidFill>
            <a:schemeClr val="tx1"/>
          </a:solidFill>
          <a:latin typeface="Calibri" panose="020F050202020403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5"/>
            </p:custDataLst>
            <p:extLst>
              <p:ext uri="{D42A27DB-BD31-4B8C-83A1-F6EECF244321}">
                <p14:modId xmlns:p14="http://schemas.microsoft.com/office/powerpoint/2010/main" val="1154410909"/>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6" name="Object 5" hidden="1"/>
                      <p:cNvPicPr/>
                      <p:nvPr/>
                    </p:nvPicPr>
                    <p:blipFill>
                      <a:blip r:embed="rId17"/>
                      <a:stretch>
                        <a:fillRect/>
                      </a:stretch>
                    </p:blipFill>
                    <p:spPr>
                      <a:xfrm>
                        <a:off x="2119" y="1589"/>
                        <a:ext cx="2117" cy="1587"/>
                      </a:xfrm>
                      <a:prstGeom prst="rect">
                        <a:avLst/>
                      </a:prstGeom>
                    </p:spPr>
                  </p:pic>
                </p:oleObj>
              </mc:Fallback>
            </mc:AlternateContent>
          </a:graphicData>
        </a:graphic>
      </p:graphicFrame>
      <p:sp>
        <p:nvSpPr>
          <p:cNvPr id="2" name="Title Placeholder 1"/>
          <p:cNvSpPr>
            <a:spLocks noGrp="1"/>
          </p:cNvSpPr>
          <p:nvPr>
            <p:ph type="title"/>
          </p:nvPr>
        </p:nvSpPr>
        <p:spPr>
          <a:xfrm>
            <a:off x="605682" y="201600"/>
            <a:ext cx="10982751" cy="860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609918" y="1425600"/>
            <a:ext cx="10978515" cy="469897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Box 6"/>
          <p:cNvSpPr txBox="1"/>
          <p:nvPr/>
        </p:nvSpPr>
        <p:spPr>
          <a:xfrm>
            <a:off x="609917" y="6409944"/>
            <a:ext cx="963670" cy="201168"/>
          </a:xfrm>
          <a:prstGeom prst="rect">
            <a:avLst/>
          </a:prstGeom>
          <a:noFill/>
        </p:spPr>
        <p:txBody>
          <a:bodyPr wrap="square" lIns="0" tIns="0" rIns="0" bIns="0" rtlCol="0" anchor="ctr" anchorCtr="0">
            <a:noAutofit/>
          </a:bodyPr>
          <a:lstStyle/>
          <a:p>
            <a:r>
              <a:rPr lang="en-GB" sz="1100">
                <a:solidFill>
                  <a:srgbClr val="646464"/>
                </a:solidFill>
                <a:latin typeface="EYInterstate"/>
                <a:cs typeface="Arial" pitchFamily="34" charset="0"/>
                <a:sym typeface="EYInterstate"/>
              </a:rPr>
              <a:t>Page </a:t>
            </a:r>
            <a:fld id="{9AE4D82F-B047-469B-AC52-A46321747EAF}" type="slidenum">
              <a:rPr lang="en-GB" sz="1100" smtClean="0">
                <a:solidFill>
                  <a:srgbClr val="646464"/>
                </a:solidFill>
                <a:latin typeface="EYInterstate"/>
                <a:cs typeface="Arial" pitchFamily="34" charset="0"/>
                <a:sym typeface="EYInterstate"/>
              </a:rPr>
              <a:pPr/>
              <a:t>‹#›</a:t>
            </a:fld>
            <a:endParaRPr lang="en-GB" sz="1100">
              <a:solidFill>
                <a:srgbClr val="646464"/>
              </a:solidFill>
              <a:latin typeface="EYInterstate"/>
              <a:cs typeface="Arial" pitchFamily="34" charset="0"/>
              <a:sym typeface="EYInterstate"/>
            </a:endParaRPr>
          </a:p>
        </p:txBody>
      </p:sp>
      <p:grpSp>
        <p:nvGrpSpPr>
          <p:cNvPr id="8" name="Group 7"/>
          <p:cNvGrpSpPr/>
          <p:nvPr/>
        </p:nvGrpSpPr>
        <p:grpSpPr bwMode="gray">
          <a:xfrm>
            <a:off x="11137349" y="6450014"/>
            <a:ext cx="451084"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646464"/>
                </a:solidFill>
                <a:latin typeface="EYInterstate"/>
                <a:cs typeface="Arial" pitchFamily="34" charset="0"/>
                <a:sym typeface="EYInterstate"/>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646464"/>
                </a:solidFill>
                <a:latin typeface="EYInterstate"/>
                <a:cs typeface="Arial" pitchFamily="34" charset="0"/>
                <a:sym typeface="EYInterstate"/>
              </a:endParaRPr>
            </a:p>
          </p:txBody>
        </p:sp>
      </p:grpSp>
      <p:sp>
        <p:nvSpPr>
          <p:cNvPr id="13" name="Text Box 16"/>
          <p:cNvSpPr txBox="1">
            <a:spLocks noChangeArrowheads="1"/>
          </p:cNvSpPr>
          <p:nvPr userDrawn="1"/>
        </p:nvSpPr>
        <p:spPr bwMode="gray">
          <a:xfrm>
            <a:off x="605682" y="6575763"/>
            <a:ext cx="10986986"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995363">
              <a:defRPr sz="2400">
                <a:solidFill>
                  <a:schemeClr val="tx1"/>
                </a:solidFill>
                <a:latin typeface="Times New Roman" pitchFamily="18" charset="0"/>
              </a:defRPr>
            </a:lvl1pPr>
            <a:lvl2pPr marL="498475" algn="l" defTabSz="995363">
              <a:defRPr sz="2400">
                <a:solidFill>
                  <a:schemeClr val="tx1"/>
                </a:solidFill>
                <a:latin typeface="Times New Roman" pitchFamily="18" charset="0"/>
              </a:defRPr>
            </a:lvl2pPr>
            <a:lvl3pPr marL="995363" algn="l" defTabSz="995363">
              <a:defRPr sz="2400">
                <a:solidFill>
                  <a:schemeClr val="tx1"/>
                </a:solidFill>
                <a:latin typeface="Times New Roman" pitchFamily="18" charset="0"/>
              </a:defRPr>
            </a:lvl3pPr>
            <a:lvl4pPr marL="1493838" algn="l" defTabSz="995363">
              <a:defRPr sz="2400">
                <a:solidFill>
                  <a:schemeClr val="tx1"/>
                </a:solidFill>
                <a:latin typeface="Times New Roman" pitchFamily="18" charset="0"/>
              </a:defRPr>
            </a:lvl4pPr>
            <a:lvl5pPr marL="1990725" algn="l" defTabSz="995363">
              <a:defRPr sz="2400">
                <a:solidFill>
                  <a:schemeClr val="tx1"/>
                </a:solidFill>
                <a:latin typeface="Times New Roman" pitchFamily="18" charset="0"/>
              </a:defRPr>
            </a:lvl5pPr>
            <a:lvl6pPr marL="2447925" defTabSz="995363" fontAlgn="base">
              <a:spcBef>
                <a:spcPct val="0"/>
              </a:spcBef>
              <a:spcAft>
                <a:spcPct val="0"/>
              </a:spcAft>
              <a:defRPr sz="2400">
                <a:solidFill>
                  <a:schemeClr val="tx1"/>
                </a:solidFill>
                <a:latin typeface="Times New Roman" pitchFamily="18" charset="0"/>
              </a:defRPr>
            </a:lvl6pPr>
            <a:lvl7pPr marL="2905125" defTabSz="995363" fontAlgn="base">
              <a:spcBef>
                <a:spcPct val="0"/>
              </a:spcBef>
              <a:spcAft>
                <a:spcPct val="0"/>
              </a:spcAft>
              <a:defRPr sz="2400">
                <a:solidFill>
                  <a:schemeClr val="tx1"/>
                </a:solidFill>
                <a:latin typeface="Times New Roman" pitchFamily="18" charset="0"/>
              </a:defRPr>
            </a:lvl7pPr>
            <a:lvl8pPr marL="3362325" defTabSz="995363" fontAlgn="base">
              <a:spcBef>
                <a:spcPct val="0"/>
              </a:spcBef>
              <a:spcAft>
                <a:spcPct val="0"/>
              </a:spcAft>
              <a:defRPr sz="2400">
                <a:solidFill>
                  <a:schemeClr val="tx1"/>
                </a:solidFill>
                <a:latin typeface="Times New Roman" pitchFamily="18" charset="0"/>
              </a:defRPr>
            </a:lvl8pPr>
            <a:lvl9pPr marL="3819525" defTabSz="995363" fontAlgn="base">
              <a:spcBef>
                <a:spcPct val="0"/>
              </a:spcBef>
              <a:spcAft>
                <a:spcPct val="0"/>
              </a:spcAft>
              <a:defRPr sz="2400">
                <a:solidFill>
                  <a:schemeClr val="tx1"/>
                </a:solidFill>
                <a:latin typeface="Times New Roman" pitchFamily="18" charset="0"/>
              </a:defRPr>
            </a:lvl9pPr>
          </a:lstStyle>
          <a:p>
            <a:pPr>
              <a:defRPr/>
            </a:pPr>
            <a:r>
              <a:rPr lang="fr-FR" sz="800">
                <a:solidFill>
                  <a:srgbClr val="646464"/>
                </a:solidFill>
                <a:latin typeface="EYInterstate" panose="02000503020000020004" pitchFamily="2" charset="0"/>
                <a:cs typeface="Times New Roman" pitchFamily="18" charset="0"/>
                <a:sym typeface="EYInterstate" panose="02000503020000020004" pitchFamily="2" charset="0"/>
              </a:rPr>
              <a:t>© 2016 Propriété d’Ernst &amp; Young Advisory – Confidentiel. </a:t>
            </a:r>
            <a:br>
              <a:rPr lang="fr-FR" sz="800">
                <a:solidFill>
                  <a:srgbClr val="646464"/>
                </a:solidFill>
                <a:latin typeface="EYInterstate" panose="02000503020000020004" pitchFamily="2" charset="0"/>
                <a:cs typeface="Times New Roman" pitchFamily="18" charset="0"/>
                <a:sym typeface="EYInterstate" panose="02000503020000020004" pitchFamily="2" charset="0"/>
              </a:rPr>
            </a:br>
            <a:r>
              <a:rPr lang="fr-FR" sz="800">
                <a:solidFill>
                  <a:srgbClr val="646464"/>
                </a:solidFill>
                <a:latin typeface="EYInterstate" panose="02000503020000020004" pitchFamily="2" charset="0"/>
                <a:cs typeface="Times New Roman" pitchFamily="18" charset="0"/>
                <a:sym typeface="EYInterstate" panose="02000503020000020004" pitchFamily="2" charset="0"/>
              </a:rPr>
              <a:t>Cette proposition de services, à votre seul usage interne, est indissociable des éléments de contexte qui ont permis de l’établir.</a:t>
            </a:r>
            <a:r>
              <a:rPr lang="en-US" sz="800">
                <a:solidFill>
                  <a:srgbClr val="646464"/>
                </a:solidFill>
                <a:latin typeface="EYInterstate" panose="02000503020000020004" pitchFamily="2" charset="0"/>
                <a:cs typeface="Times New Roman" pitchFamily="18" charset="0"/>
                <a:sym typeface="EYInterstate" panose="02000503020000020004" pitchFamily="2" charset="0"/>
              </a:rPr>
              <a:t> </a:t>
            </a:r>
          </a:p>
        </p:txBody>
      </p:sp>
    </p:spTree>
    <p:extLst>
      <p:ext uri="{BB962C8B-B14F-4D97-AF65-F5344CB8AC3E}">
        <p14:creationId xmlns:p14="http://schemas.microsoft.com/office/powerpoint/2010/main" val="2549716359"/>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 id="2147483835" r:id="rId12"/>
    <p:sldLayoutId id="2147483836" r:id="rId13"/>
  </p:sldLayoutIdLst>
  <p:hf sldNum="0" hdr="0" ftr="0" dt="0"/>
  <p:txStyles>
    <p:titleStyle>
      <a:lvl1pPr algn="l" defTabSz="914400" rtl="0" eaLnBrk="1" latinLnBrk="0" hangingPunct="1">
        <a:lnSpc>
          <a:spcPct val="85000"/>
        </a:lnSpc>
        <a:spcBef>
          <a:spcPct val="0"/>
        </a:spcBef>
        <a:buNone/>
        <a:defRPr sz="2400" b="1" kern="1200">
          <a:solidFill>
            <a:schemeClr val="bg1"/>
          </a:solidFill>
          <a:latin typeface="EYInterstate"/>
          <a:ea typeface="+mj-ea"/>
          <a:cs typeface="Arial" pitchFamily="34" charset="0"/>
          <a:sym typeface="EYInterstate"/>
        </a:defRPr>
      </a:lvl1pPr>
    </p:titleStyle>
    <p:bodyStyle>
      <a:lvl1pPr marL="342900" indent="-342900" algn="just"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a:ea typeface="+mn-ea"/>
          <a:cs typeface="Arial" pitchFamily="34" charset="0"/>
          <a:sym typeface="EYInterstate"/>
        </a:defRPr>
      </a:lvl1pPr>
      <a:lvl2pPr marL="709613" indent="-354013" algn="just"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a:ea typeface="+mn-ea"/>
          <a:cs typeface="Arial" pitchFamily="34" charset="0"/>
          <a:sym typeface="EYInterstate"/>
        </a:defRPr>
      </a:lvl2pPr>
      <a:lvl3pPr marL="1077913" indent="-354013" algn="just"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a:ea typeface="+mn-ea"/>
          <a:cs typeface="Arial" pitchFamily="34" charset="0"/>
          <a:sym typeface="EYInterstate"/>
        </a:defRPr>
      </a:lvl3pPr>
      <a:lvl4pPr marL="1433513" indent="-355600" algn="just"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a:ea typeface="+mn-ea"/>
          <a:cs typeface="Arial" pitchFamily="34" charset="0"/>
          <a:sym typeface="EYInterstate"/>
        </a:defRPr>
      </a:lvl4pPr>
      <a:lvl5pPr marL="1787525" indent="-354013" algn="just"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a:ea typeface="+mn-ea"/>
          <a:cs typeface="Arial" pitchFamily="34" charset="0"/>
          <a:sym typeface="EYInterstate"/>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a:spLocks noChangeArrowheads="1"/>
          </p:cNvSpPr>
          <p:nvPr/>
        </p:nvSpPr>
        <p:spPr bwMode="auto">
          <a:xfrm>
            <a:off x="609599" y="193518"/>
            <a:ext cx="10977563" cy="1093449"/>
          </a:xfrm>
          <a:prstGeom prst="rect">
            <a:avLst/>
          </a:prstGeom>
          <a:solidFill>
            <a:srgbClr val="FFE600"/>
          </a:solidFill>
          <a:ln w="12700">
            <a:noFill/>
            <a:miter lim="800000"/>
            <a:headEnd type="none" w="sm" len="sm"/>
            <a:tailEnd type="none" w="sm" len="sm"/>
          </a:ln>
          <a:effectLst/>
        </p:spPr>
        <p:txBody>
          <a:bodyPr wrap="none" anchor="ctr"/>
          <a:lstStyle/>
          <a:p>
            <a:endParaRPr lang="en-US" sz="1539">
              <a:solidFill>
                <a:srgbClr val="000000"/>
              </a:solidFill>
              <a:latin typeface="EYInterstate" panose="02000503020000020004" pitchFamily="2" charset="0"/>
              <a:sym typeface="EYInterstate" panose="02000503020000020004" pitchFamily="2" charset="0"/>
            </a:endParaRPr>
          </a:p>
        </p:txBody>
      </p:sp>
      <p:sp>
        <p:nvSpPr>
          <p:cNvPr id="17" name="Text Box 14"/>
          <p:cNvSpPr txBox="1">
            <a:spLocks noChangeArrowheads="1"/>
          </p:cNvSpPr>
          <p:nvPr/>
        </p:nvSpPr>
        <p:spPr bwMode="auto">
          <a:xfrm>
            <a:off x="3285116" y="925827"/>
            <a:ext cx="2142107" cy="139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defTabSz="995363" eaLnBrk="0" hangingPunct="0">
              <a:tabLst>
                <a:tab pos="442913" algn="l"/>
              </a:tabLst>
              <a:defRPr sz="2100">
                <a:solidFill>
                  <a:schemeClr val="tx1"/>
                </a:solidFill>
                <a:latin typeface="Arial" charset="0"/>
              </a:defRPr>
            </a:lvl1pPr>
            <a:lvl2pPr marL="742950" indent="-285750" defTabSz="995363" eaLnBrk="0" hangingPunct="0">
              <a:tabLst>
                <a:tab pos="442913" algn="l"/>
              </a:tabLst>
              <a:defRPr sz="2100">
                <a:solidFill>
                  <a:schemeClr val="tx1"/>
                </a:solidFill>
                <a:latin typeface="Arial" charset="0"/>
              </a:defRPr>
            </a:lvl2pPr>
            <a:lvl3pPr marL="1143000" indent="-228600" defTabSz="995363" eaLnBrk="0" hangingPunct="0">
              <a:tabLst>
                <a:tab pos="442913" algn="l"/>
              </a:tabLst>
              <a:defRPr sz="2100">
                <a:solidFill>
                  <a:schemeClr val="tx1"/>
                </a:solidFill>
                <a:latin typeface="Arial" charset="0"/>
              </a:defRPr>
            </a:lvl3pPr>
            <a:lvl4pPr marL="1600200" indent="-228600" defTabSz="995363" eaLnBrk="0" hangingPunct="0">
              <a:tabLst>
                <a:tab pos="442913" algn="l"/>
              </a:tabLst>
              <a:defRPr sz="2100">
                <a:solidFill>
                  <a:schemeClr val="tx1"/>
                </a:solidFill>
                <a:latin typeface="Arial" charset="0"/>
              </a:defRPr>
            </a:lvl4pPr>
            <a:lvl5pPr marL="2057400" indent="-228600" defTabSz="995363" eaLnBrk="0" hangingPunct="0">
              <a:tabLst>
                <a:tab pos="442913" algn="l"/>
              </a:tabLst>
              <a:defRPr sz="2100">
                <a:solidFill>
                  <a:schemeClr val="tx1"/>
                </a:solidFill>
                <a:latin typeface="Arial" charset="0"/>
              </a:defRPr>
            </a:lvl5pPr>
            <a:lvl6pPr marL="2514600" indent="-228600" defTabSz="995363" eaLnBrk="0" fontAlgn="base" hangingPunct="0">
              <a:spcBef>
                <a:spcPct val="0"/>
              </a:spcBef>
              <a:spcAft>
                <a:spcPct val="0"/>
              </a:spcAft>
              <a:tabLst>
                <a:tab pos="442913" algn="l"/>
              </a:tabLst>
              <a:defRPr sz="2100">
                <a:solidFill>
                  <a:schemeClr val="tx1"/>
                </a:solidFill>
                <a:latin typeface="Arial" charset="0"/>
              </a:defRPr>
            </a:lvl6pPr>
            <a:lvl7pPr marL="2971800" indent="-228600" defTabSz="995363" eaLnBrk="0" fontAlgn="base" hangingPunct="0">
              <a:spcBef>
                <a:spcPct val="0"/>
              </a:spcBef>
              <a:spcAft>
                <a:spcPct val="0"/>
              </a:spcAft>
              <a:tabLst>
                <a:tab pos="442913" algn="l"/>
              </a:tabLst>
              <a:defRPr sz="2100">
                <a:solidFill>
                  <a:schemeClr val="tx1"/>
                </a:solidFill>
                <a:latin typeface="Arial" charset="0"/>
              </a:defRPr>
            </a:lvl7pPr>
            <a:lvl8pPr marL="3429000" indent="-228600" defTabSz="995363" eaLnBrk="0" fontAlgn="base" hangingPunct="0">
              <a:spcBef>
                <a:spcPct val="0"/>
              </a:spcBef>
              <a:spcAft>
                <a:spcPct val="0"/>
              </a:spcAft>
              <a:tabLst>
                <a:tab pos="442913" algn="l"/>
              </a:tabLst>
              <a:defRPr sz="2100">
                <a:solidFill>
                  <a:schemeClr val="tx1"/>
                </a:solidFill>
                <a:latin typeface="Arial" charset="0"/>
              </a:defRPr>
            </a:lvl8pPr>
            <a:lvl9pPr marL="3886200" indent="-228600" defTabSz="995363" eaLnBrk="0" fontAlgn="base" hangingPunct="0">
              <a:spcBef>
                <a:spcPct val="0"/>
              </a:spcBef>
              <a:spcAft>
                <a:spcPct val="0"/>
              </a:spcAft>
              <a:tabLst>
                <a:tab pos="442913" algn="l"/>
              </a:tabLst>
              <a:defRPr sz="2100">
                <a:solidFill>
                  <a:schemeClr val="tx1"/>
                </a:solidFill>
                <a:latin typeface="Arial" charset="0"/>
              </a:defRPr>
            </a:lvl9pPr>
          </a:lstStyle>
          <a:p>
            <a:pPr eaLnBrk="1" fontAlgn="base" hangingPunct="1">
              <a:spcBef>
                <a:spcPct val="0"/>
              </a:spcBef>
              <a:spcAft>
                <a:spcPct val="30000"/>
              </a:spcAft>
              <a:buClr>
                <a:srgbClr val="000000"/>
              </a:buClr>
            </a:pPr>
            <a:endParaRPr lang="en-US" sz="900">
              <a:solidFill>
                <a:srgbClr val="808080"/>
              </a:solidFill>
              <a:latin typeface="EYInterstate"/>
              <a:sym typeface="Arial Unicode MS" pitchFamily="34" charset="-128"/>
            </a:endParaRPr>
          </a:p>
        </p:txBody>
      </p:sp>
      <p:sp>
        <p:nvSpPr>
          <p:cNvPr id="18" name="Rectangle 15"/>
          <p:cNvSpPr>
            <a:spLocks noChangeArrowheads="1"/>
          </p:cNvSpPr>
          <p:nvPr/>
        </p:nvSpPr>
        <p:spPr bwMode="auto">
          <a:xfrm>
            <a:off x="4083727" y="1594752"/>
            <a:ext cx="3600000" cy="5324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45693" rIns="91385" bIns="45693" anchor="t">
            <a:spAutoFit/>
          </a:bodyPr>
          <a:lstStyle/>
          <a:p>
            <a:pPr algn="just" defTabSz="1033423">
              <a:spcBef>
                <a:spcPts val="600"/>
              </a:spcBef>
              <a:spcAft>
                <a:spcPts val="300"/>
              </a:spcAft>
              <a:buClr>
                <a:srgbClr val="FFE600"/>
              </a:buClr>
              <a:buSzPct val="75000"/>
              <a:defRPr/>
            </a:pPr>
            <a:r>
              <a:rPr lang="en-US" sz="1000" u="sng" dirty="0">
                <a:solidFill>
                  <a:srgbClr val="808080"/>
                </a:solidFill>
                <a:latin typeface="EYInterstate Light"/>
                <a:sym typeface="Arial Unicode MS" pitchFamily="34" charset="-128"/>
              </a:rPr>
              <a:t>Modelling (Predictive Analytics / Advanced Analytics)</a:t>
            </a:r>
          </a:p>
          <a:p>
            <a:pPr marL="156845"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a:sym typeface="Arial Unicode MS" pitchFamily="34" charset="-128"/>
              </a:rPr>
              <a:t>Led the development and deployment of multiple claims predictive analytics use cases (Jumper Claim, Subrogation, Litigation) across </a:t>
            </a:r>
            <a:r>
              <a:rPr lang="en-US" sz="1000" dirty="0" err="1">
                <a:solidFill>
                  <a:srgbClr val="808080"/>
                </a:solidFill>
                <a:latin typeface="EYInterstate Light"/>
                <a:sym typeface="Arial Unicode MS" pitchFamily="34" charset="-128"/>
              </a:rPr>
              <a:t>LoBs</a:t>
            </a:r>
            <a:r>
              <a:rPr lang="en-US" sz="1000" dirty="0">
                <a:solidFill>
                  <a:srgbClr val="808080"/>
                </a:solidFill>
                <a:latin typeface="EYInterstate Light"/>
                <a:sym typeface="Arial Unicode MS" pitchFamily="34" charset="-128"/>
              </a:rPr>
              <a:t> for a regional P&amp;C insurer (Databricks, GW Predict)</a:t>
            </a:r>
          </a:p>
          <a:p>
            <a:pPr marL="156845"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a:sym typeface="Arial Unicode MS" pitchFamily="34" charset="-128"/>
              </a:rPr>
              <a:t>Reduced the cost of property inspection for Personal Homeowners by modelling policies to go to inspection (</a:t>
            </a:r>
            <a:r>
              <a:rPr lang="en-US" sz="1000" dirty="0" err="1">
                <a:solidFill>
                  <a:srgbClr val="808080"/>
                </a:solidFill>
                <a:latin typeface="EYInterstate Light"/>
                <a:sym typeface="Arial Unicode MS" pitchFamily="34" charset="-128"/>
              </a:rPr>
              <a:t>xgboost</a:t>
            </a:r>
            <a:r>
              <a:rPr lang="en-US" sz="1000" dirty="0">
                <a:solidFill>
                  <a:srgbClr val="808080"/>
                </a:solidFill>
                <a:latin typeface="EYInterstate Light"/>
                <a:sym typeface="Arial Unicode MS" pitchFamily="34" charset="-128"/>
              </a:rPr>
              <a:t> – Python/GW Predict) for production using external data sources (ISO360 / Cape Analytics)</a:t>
            </a:r>
            <a:endParaRPr lang="en-US" sz="1000" dirty="0">
              <a:solidFill>
                <a:srgbClr val="808080"/>
              </a:solidFill>
              <a:latin typeface="EYInterstate Light"/>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panose="02000506000000020004" pitchFamily="2" charset="0"/>
                <a:sym typeface="Arial Unicode MS" pitchFamily="34" charset="-128"/>
              </a:rPr>
              <a:t>Optimized the pricing (debit/credit) for Commercial Products by designing a loss ratio predictive model (Boosting Gradient - SQL/Python/</a:t>
            </a:r>
            <a:r>
              <a:rPr lang="en-US" sz="1000" dirty="0">
                <a:solidFill>
                  <a:srgbClr val="808080"/>
                </a:solidFill>
                <a:latin typeface="EYInterstate Light"/>
                <a:sym typeface="Arial Unicode MS" pitchFamily="34" charset="-128"/>
              </a:rPr>
              <a:t>GW Predict</a:t>
            </a:r>
            <a:r>
              <a:rPr lang="en-US" sz="1000" dirty="0">
                <a:solidFill>
                  <a:srgbClr val="808080"/>
                </a:solidFill>
                <a:latin typeface="EYInterstate Light" panose="02000506000000020004" pitchFamily="2" charset="0"/>
                <a:sym typeface="Arial Unicode MS" pitchFamily="34" charset="-128"/>
              </a:rPr>
              <a:t>) for production using external data sources (EASI / D&amp;B)</a:t>
            </a:r>
            <a:endParaRPr lang="en-US" sz="1000" dirty="0">
              <a:solidFill>
                <a:srgbClr val="808080"/>
              </a:solidFill>
              <a:latin typeface="EYInterstate Light" panose="02000506000000020004" pitchFamily="2" charset="0"/>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panose="02000506000000020004" pitchFamily="2" charset="0"/>
                <a:sym typeface="Arial Unicode MS" pitchFamily="34" charset="-128"/>
              </a:rPr>
              <a:t>Implemented a production scoring model (Boosting Gradient - SQL/</a:t>
            </a:r>
            <a:r>
              <a:rPr lang="en-US" sz="1000" dirty="0">
                <a:solidFill>
                  <a:srgbClr val="808080"/>
                </a:solidFill>
                <a:latin typeface="EYInterstate Light"/>
                <a:sym typeface="Arial Unicode MS" pitchFamily="34" charset="-128"/>
              </a:rPr>
              <a:t>GW Predict</a:t>
            </a:r>
            <a:r>
              <a:rPr lang="en-US" sz="1000" dirty="0">
                <a:solidFill>
                  <a:srgbClr val="808080"/>
                </a:solidFill>
                <a:latin typeface="EYInterstate Light" panose="02000506000000020004" pitchFamily="2" charset="0"/>
                <a:sym typeface="Arial Unicode MS" pitchFamily="34" charset="-128"/>
              </a:rPr>
              <a:t>) to predict severity for Auto Bodily Injury Liability claims for production for a P&amp;C insurer</a:t>
            </a:r>
          </a:p>
          <a:p>
            <a:pPr marL="156845"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a:sym typeface="Arial Unicode MS" pitchFamily="34" charset="-128"/>
              </a:rPr>
              <a:t>Built a new customer segmentation (SAS) for a Retail Bank Marketing department: data/opportunity analysis, clustering/profiling</a:t>
            </a:r>
            <a:endParaRPr lang="en-US" sz="1000" dirty="0">
              <a:solidFill>
                <a:srgbClr val="808080"/>
              </a:solidFill>
              <a:latin typeface="EYInterstate Light" panose="02000506000000020004" pitchFamily="2" charset="0"/>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a:sym typeface="Arial Unicode MS" pitchFamily="34" charset="-128"/>
              </a:rPr>
              <a:t>Developed Deposit Runoff Models for Retail Banking in Hong Kong/Singapore: modelling (logistic regression - SAS, Python, R), testing, documentation</a:t>
            </a:r>
          </a:p>
          <a:p>
            <a:pPr algn="just" defTabSz="1033423">
              <a:spcBef>
                <a:spcPts val="600"/>
              </a:spcBef>
              <a:spcAft>
                <a:spcPts val="300"/>
              </a:spcAft>
              <a:buClr>
                <a:srgbClr val="FFE600"/>
              </a:buClr>
              <a:buSzPct val="75000"/>
              <a:defRPr/>
            </a:pPr>
            <a:r>
              <a:rPr lang="en-US" sz="1000" u="sng" dirty="0">
                <a:solidFill>
                  <a:srgbClr val="808080"/>
                </a:solidFill>
                <a:latin typeface="EYInterstate Light"/>
                <a:sym typeface="Arial Unicode MS" pitchFamily="34" charset="-128"/>
              </a:rPr>
              <a:t>Generative AI</a:t>
            </a:r>
            <a:endParaRPr lang="en-US" sz="1000" u="sng" dirty="0">
              <a:solidFill>
                <a:srgbClr val="808080"/>
              </a:solidFill>
              <a:latin typeface="EYInterstate Light" panose="02000506000000020004" pitchFamily="2" charset="0"/>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panose="02000506000000020004" pitchFamily="2" charset="0"/>
              </a:rPr>
              <a:t>Led the development and deployment to production of a Gen AI use case to assist underwriters in their review of waiver forms for  an international P&amp;C insurance company (Azure)</a:t>
            </a:r>
          </a:p>
        </p:txBody>
      </p:sp>
      <p:sp>
        <p:nvSpPr>
          <p:cNvPr id="19" name="Rectangle 18"/>
          <p:cNvSpPr>
            <a:spLocks noChangeArrowheads="1"/>
          </p:cNvSpPr>
          <p:nvPr/>
        </p:nvSpPr>
        <p:spPr bwMode="auto">
          <a:xfrm>
            <a:off x="634910" y="1594753"/>
            <a:ext cx="3234446" cy="17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45693" rIns="91385" bIns="45693" anchor="t">
            <a:spAutoFit/>
          </a:bodyPr>
          <a:lstStyle/>
          <a:p>
            <a:pPr marL="0" lvl="1" indent="-259080" algn="just" defTabSz="871695" fontAlgn="base">
              <a:spcBef>
                <a:spcPct val="0"/>
              </a:spcBef>
              <a:spcAft>
                <a:spcPts val="600"/>
              </a:spcAft>
              <a:buClr>
                <a:srgbClr val="FFD200"/>
              </a:buClr>
              <a:buSzPct val="125000"/>
              <a:buFont typeface="Arial Unicode MS" pitchFamily="34" charset="-128"/>
              <a:buChar char="►"/>
              <a:tabLst>
                <a:tab pos="2827798" algn="l"/>
                <a:tab pos="4085985" algn="r"/>
              </a:tabLst>
            </a:pPr>
            <a:r>
              <a:rPr lang="en-US" sz="1000" dirty="0">
                <a:solidFill>
                  <a:srgbClr val="808080"/>
                </a:solidFill>
                <a:latin typeface="EYInterstate"/>
                <a:sym typeface="EYInterstate" panose="02000503020000020004" pitchFamily="2" charset="0"/>
              </a:rPr>
              <a:t>Alex joined the Analytics &amp; Insights Practice of EY New York in April 2018. Previously, he had been working for 4 years in the P&amp;C Actuarial Practice at EY Paris.</a:t>
            </a:r>
            <a:endParaRPr lang="en-US" dirty="0">
              <a:latin typeface="EYInterstate"/>
            </a:endParaRPr>
          </a:p>
          <a:p>
            <a:pPr marL="0" lvl="1" indent="-259080" algn="just" defTabSz="871695" fontAlgn="base">
              <a:spcBef>
                <a:spcPct val="0"/>
              </a:spcBef>
              <a:spcAft>
                <a:spcPts val="600"/>
              </a:spcAft>
              <a:buClr>
                <a:srgbClr val="FFD200"/>
              </a:buClr>
              <a:buSzPct val="125000"/>
              <a:buFont typeface="Arial Unicode MS" pitchFamily="34" charset="-128"/>
              <a:buChar char="►"/>
              <a:tabLst>
                <a:tab pos="2827798" algn="l"/>
                <a:tab pos="4085985" algn="r"/>
              </a:tabLst>
            </a:pPr>
            <a:r>
              <a:rPr lang="en-US" sz="1000" dirty="0">
                <a:solidFill>
                  <a:srgbClr val="808080"/>
                </a:solidFill>
                <a:latin typeface="EYInterstate"/>
                <a:sym typeface="EYInterstate" panose="02000503020000020004" pitchFamily="2" charset="0"/>
              </a:rPr>
              <a:t>Alex holds the following qualifications:</a:t>
            </a:r>
            <a:endParaRPr lang="en-US" sz="1000" dirty="0">
              <a:solidFill>
                <a:srgbClr val="808080"/>
              </a:solidFill>
              <a:latin typeface="EYInterstate"/>
            </a:endParaRPr>
          </a:p>
          <a:p>
            <a:pPr marL="457200" lvl="2" indent="-259080" defTabSz="871695" fontAlgn="base">
              <a:spcBef>
                <a:spcPct val="0"/>
              </a:spcBef>
              <a:spcAft>
                <a:spcPts val="600"/>
              </a:spcAft>
              <a:buClr>
                <a:srgbClr val="FFD200"/>
              </a:buClr>
              <a:buSzPct val="125000"/>
              <a:buFont typeface="Arial Unicode MS" pitchFamily="34" charset="-128"/>
              <a:buChar char="►"/>
              <a:tabLst>
                <a:tab pos="2827798" algn="l"/>
                <a:tab pos="4085985" algn="r"/>
              </a:tabLst>
            </a:pPr>
            <a:r>
              <a:rPr lang="en-US" sz="1000" dirty="0">
                <a:solidFill>
                  <a:srgbClr val="808080"/>
                </a:solidFill>
                <a:latin typeface="EYInterstate"/>
                <a:sym typeface="EYInterstate" panose="02000503020000020004" pitchFamily="2" charset="0"/>
              </a:rPr>
              <a:t>MSc Mathematical Modelling, </a:t>
            </a:r>
            <a:br>
              <a:rPr lang="en-US" sz="1000" dirty="0">
                <a:latin typeface="EYInterstate" panose="02000503020000020004" pitchFamily="2" charset="0"/>
              </a:rPr>
            </a:br>
            <a:r>
              <a:rPr lang="en-US" sz="1000" i="1" dirty="0">
                <a:solidFill>
                  <a:srgbClr val="808080"/>
                </a:solidFill>
                <a:latin typeface="EYInterstate"/>
                <a:sym typeface="EYInterstate" panose="02000503020000020004" pitchFamily="2" charset="0"/>
              </a:rPr>
              <a:t>University College London  </a:t>
            </a:r>
            <a:r>
              <a:rPr lang="en-US" sz="1000" dirty="0">
                <a:solidFill>
                  <a:srgbClr val="808080"/>
                </a:solidFill>
                <a:latin typeface="EYInterstate"/>
                <a:sym typeface="EYInterstate" panose="02000503020000020004" pitchFamily="2" charset="0"/>
              </a:rPr>
              <a:t>(United Kingdom)</a:t>
            </a:r>
            <a:endParaRPr lang="en-US" sz="1000" dirty="0">
              <a:solidFill>
                <a:srgbClr val="808080"/>
              </a:solidFill>
              <a:latin typeface="EYInterstate"/>
            </a:endParaRPr>
          </a:p>
          <a:p>
            <a:pPr marL="457200" lvl="2" indent="-259080" defTabSz="871695" fontAlgn="base">
              <a:spcBef>
                <a:spcPct val="0"/>
              </a:spcBef>
              <a:spcAft>
                <a:spcPts val="600"/>
              </a:spcAft>
              <a:buClr>
                <a:srgbClr val="FFD200"/>
              </a:buClr>
              <a:buSzPct val="125000"/>
              <a:buFont typeface="Arial Unicode MS" pitchFamily="34" charset="-128"/>
              <a:buChar char="►"/>
              <a:tabLst>
                <a:tab pos="2827798" algn="l"/>
                <a:tab pos="4085985" algn="r"/>
              </a:tabLst>
            </a:pPr>
            <a:r>
              <a:rPr lang="en-US" sz="1000" dirty="0">
                <a:solidFill>
                  <a:srgbClr val="808080"/>
                </a:solidFill>
                <a:latin typeface="EYInterstate"/>
                <a:sym typeface="EYInterstate" panose="02000503020000020004" pitchFamily="2" charset="0"/>
              </a:rPr>
              <a:t>Master’s Degree in Engineering, </a:t>
            </a:r>
            <a:r>
              <a:rPr lang="en-US" sz="1000" i="1" dirty="0" err="1">
                <a:solidFill>
                  <a:srgbClr val="808080"/>
                </a:solidFill>
                <a:latin typeface="EYInterstate"/>
                <a:sym typeface="EYInterstate" panose="02000503020000020004" pitchFamily="2" charset="0"/>
              </a:rPr>
              <a:t>CentraleSupelec</a:t>
            </a:r>
            <a:r>
              <a:rPr lang="en-US" sz="1000" i="1" dirty="0">
                <a:solidFill>
                  <a:srgbClr val="808080"/>
                </a:solidFill>
                <a:latin typeface="EYInterstate"/>
                <a:sym typeface="EYInterstate" panose="02000503020000020004" pitchFamily="2" charset="0"/>
              </a:rPr>
              <a:t> </a:t>
            </a:r>
            <a:r>
              <a:rPr lang="en-US" sz="1000" dirty="0">
                <a:solidFill>
                  <a:srgbClr val="808080"/>
                </a:solidFill>
                <a:latin typeface="EYInterstate"/>
                <a:sym typeface="EYInterstate" panose="02000503020000020004" pitchFamily="2" charset="0"/>
              </a:rPr>
              <a:t>(France)</a:t>
            </a:r>
            <a:endParaRPr lang="en-US" sz="1000" dirty="0">
              <a:solidFill>
                <a:srgbClr val="808080"/>
              </a:solidFill>
              <a:latin typeface="EYInterstate"/>
            </a:endParaRPr>
          </a:p>
        </p:txBody>
      </p:sp>
      <p:sp>
        <p:nvSpPr>
          <p:cNvPr id="22" name="Rectangle 21"/>
          <p:cNvSpPr/>
          <p:nvPr/>
        </p:nvSpPr>
        <p:spPr>
          <a:xfrm>
            <a:off x="634910" y="4007853"/>
            <a:ext cx="3070997" cy="2158402"/>
          </a:xfrm>
          <a:prstGeom prst="rect">
            <a:avLst/>
          </a:prstGeom>
        </p:spPr>
        <p:txBody>
          <a:bodyPr wrap="square" lIns="80127" tIns="40064" rIns="80127" bIns="40064" anchor="t">
            <a:spAutoFit/>
          </a:bodyPr>
          <a:lstStyle/>
          <a:p>
            <a:pPr marL="0" lvl="1" indent="-259080" fontAlgn="base">
              <a:spcBef>
                <a:spcPct val="0"/>
              </a:spcBef>
              <a:spcAft>
                <a:spcPts val="600"/>
              </a:spcAft>
              <a:buClr>
                <a:srgbClr val="FFD200"/>
              </a:buClr>
              <a:buSzPct val="125000"/>
              <a:buFont typeface="Arial Unicode MS" pitchFamily="34" charset="-128"/>
              <a:buChar char="►"/>
            </a:pPr>
            <a:r>
              <a:rPr lang="en-US" sz="1000" dirty="0">
                <a:solidFill>
                  <a:srgbClr val="808080"/>
                </a:solidFill>
                <a:latin typeface="EYInterstate"/>
                <a:sym typeface="EYInterstate" panose="02000503020000020004" pitchFamily="2" charset="0"/>
              </a:rPr>
              <a:t>P&amp;C / Life Insurance / Retail Banking</a:t>
            </a:r>
            <a:endParaRPr lang="en-US" dirty="0">
              <a:cs typeface="Arial"/>
            </a:endParaRPr>
          </a:p>
          <a:p>
            <a:pPr marL="0" lvl="1" indent="-259080" fontAlgn="base">
              <a:spcBef>
                <a:spcPct val="0"/>
              </a:spcBef>
              <a:spcAft>
                <a:spcPts val="600"/>
              </a:spcAft>
              <a:buClr>
                <a:srgbClr val="FFD200"/>
              </a:buClr>
              <a:buSzPct val="125000"/>
              <a:buFont typeface="Arial Unicode MS" pitchFamily="34" charset="-128"/>
              <a:buChar char="►"/>
            </a:pPr>
            <a:r>
              <a:rPr lang="en-US" sz="1000" dirty="0">
                <a:solidFill>
                  <a:srgbClr val="808080"/>
                </a:solidFill>
                <a:latin typeface="EYInterstate"/>
              </a:rPr>
              <a:t>Statistical Analysis, Machine Learning, Predictive Analytics, Generative AI</a:t>
            </a:r>
          </a:p>
          <a:p>
            <a:pPr marL="0" lvl="1" indent="-259080" fontAlgn="base">
              <a:spcBef>
                <a:spcPct val="0"/>
              </a:spcBef>
              <a:spcAft>
                <a:spcPts val="600"/>
              </a:spcAft>
              <a:buClr>
                <a:srgbClr val="FFD200"/>
              </a:buClr>
              <a:buSzPct val="125000"/>
              <a:buFont typeface="Arial Unicode MS" pitchFamily="34" charset="-128"/>
              <a:buChar char="►"/>
            </a:pPr>
            <a:r>
              <a:rPr lang="en-US" sz="1000" dirty="0">
                <a:solidFill>
                  <a:srgbClr val="808080"/>
                </a:solidFill>
                <a:latin typeface="EYInterstate"/>
                <a:sym typeface="EYInterstate" panose="02000503020000020004" pitchFamily="2" charset="0"/>
              </a:rPr>
              <a:t>Actuarial Science: Reserving, Pricing, Capital Modelling, ALM</a:t>
            </a:r>
            <a:endParaRPr lang="en-US" sz="1000" dirty="0">
              <a:solidFill>
                <a:srgbClr val="808080"/>
              </a:solidFill>
              <a:latin typeface="EYInterstate"/>
            </a:endParaRPr>
          </a:p>
          <a:p>
            <a:pPr marL="0" lvl="1" indent="-259080" fontAlgn="base">
              <a:spcBef>
                <a:spcPct val="0"/>
              </a:spcBef>
              <a:spcAft>
                <a:spcPts val="600"/>
              </a:spcAft>
              <a:buClr>
                <a:srgbClr val="FFD200"/>
              </a:buClr>
              <a:buSzPct val="125000"/>
              <a:buFont typeface="Arial Unicode MS" pitchFamily="34" charset="-128"/>
              <a:buChar char="►"/>
            </a:pPr>
            <a:r>
              <a:rPr lang="en-US" sz="1000" dirty="0">
                <a:solidFill>
                  <a:srgbClr val="808080"/>
                </a:solidFill>
                <a:latin typeface="EYInterstate"/>
                <a:sym typeface="EYInterstate" panose="02000503020000020004" pitchFamily="2" charset="0"/>
              </a:rPr>
              <a:t>Programming and software:</a:t>
            </a:r>
            <a:endParaRPr lang="en-US" sz="1000" dirty="0">
              <a:solidFill>
                <a:srgbClr val="808080"/>
              </a:solidFill>
              <a:latin typeface="EYInterstate"/>
            </a:endParaRPr>
          </a:p>
          <a:p>
            <a:pPr marL="457200" lvl="2" indent="-259080" fontAlgn="base">
              <a:spcBef>
                <a:spcPct val="0"/>
              </a:spcBef>
              <a:spcAft>
                <a:spcPts val="600"/>
              </a:spcAft>
              <a:buClr>
                <a:srgbClr val="FFD200"/>
              </a:buClr>
              <a:buSzPct val="125000"/>
              <a:buFont typeface="Arial Unicode MS" pitchFamily="34" charset="-128"/>
              <a:buChar char="►"/>
            </a:pPr>
            <a:r>
              <a:rPr lang="en-US" sz="1000" dirty="0">
                <a:solidFill>
                  <a:srgbClr val="808080"/>
                </a:solidFill>
                <a:latin typeface="EYInterstate"/>
                <a:sym typeface="EYInterstate" panose="02000503020000020004" pitchFamily="2" charset="0"/>
              </a:rPr>
              <a:t>Python, R</a:t>
            </a:r>
            <a:endParaRPr lang="en-US" sz="1000" dirty="0">
              <a:solidFill>
                <a:srgbClr val="808080"/>
              </a:solidFill>
              <a:latin typeface="EYInterstate"/>
            </a:endParaRPr>
          </a:p>
          <a:p>
            <a:pPr marL="457200" lvl="2" indent="-259080" fontAlgn="base">
              <a:spcBef>
                <a:spcPct val="0"/>
              </a:spcBef>
              <a:spcAft>
                <a:spcPts val="600"/>
              </a:spcAft>
              <a:buClr>
                <a:srgbClr val="FFD200"/>
              </a:buClr>
              <a:buSzPct val="125000"/>
              <a:buFont typeface="Arial Unicode MS" pitchFamily="34" charset="-128"/>
              <a:buChar char="►"/>
            </a:pPr>
            <a:r>
              <a:rPr lang="en-US" sz="1000" dirty="0">
                <a:solidFill>
                  <a:srgbClr val="808080"/>
                </a:solidFill>
                <a:latin typeface="EYInterstate"/>
                <a:sym typeface="EYInterstate" panose="02000503020000020004" pitchFamily="2" charset="0"/>
              </a:rPr>
              <a:t>Guidewire Predictive Analytics</a:t>
            </a:r>
            <a:endParaRPr lang="en-US" sz="1000" dirty="0">
              <a:solidFill>
                <a:srgbClr val="808080"/>
              </a:solidFill>
              <a:latin typeface="EYInterstate"/>
            </a:endParaRPr>
          </a:p>
          <a:p>
            <a:pPr marL="457200" lvl="2" indent="-259080" fontAlgn="base">
              <a:spcBef>
                <a:spcPct val="0"/>
              </a:spcBef>
              <a:spcAft>
                <a:spcPts val="600"/>
              </a:spcAft>
              <a:buClr>
                <a:srgbClr val="FFD200"/>
              </a:buClr>
              <a:buSzPct val="125000"/>
              <a:buFont typeface="Arial Unicode MS" pitchFamily="34" charset="-128"/>
              <a:buChar char="►"/>
            </a:pPr>
            <a:r>
              <a:rPr lang="en-US" sz="1000" dirty="0">
                <a:solidFill>
                  <a:srgbClr val="808080"/>
                </a:solidFill>
                <a:latin typeface="EYInterstate"/>
                <a:sym typeface="EYInterstate" panose="02000503020000020004" pitchFamily="2" charset="0"/>
              </a:rPr>
              <a:t>SAS, Matlab, Tyche, VBA, SQL</a:t>
            </a:r>
            <a:endParaRPr lang="en-US" sz="1000" dirty="0">
              <a:solidFill>
                <a:srgbClr val="808080"/>
              </a:solidFill>
              <a:latin typeface="EYInterstate"/>
            </a:endParaRPr>
          </a:p>
          <a:p>
            <a:pPr marL="0" lvl="1" indent="-259080" fontAlgn="base">
              <a:spcBef>
                <a:spcPct val="0"/>
              </a:spcBef>
              <a:spcAft>
                <a:spcPts val="600"/>
              </a:spcAft>
              <a:buClr>
                <a:srgbClr val="FFD200"/>
              </a:buClr>
              <a:buSzPct val="125000"/>
              <a:buFont typeface="Arial Unicode MS" pitchFamily="34" charset="-128"/>
              <a:buChar char="►"/>
            </a:pPr>
            <a:r>
              <a:rPr lang="en-US" sz="1000" dirty="0">
                <a:solidFill>
                  <a:srgbClr val="808080"/>
                </a:solidFill>
                <a:latin typeface="EYInterstate"/>
                <a:sym typeface="EYInterstate" panose="02000503020000020004" pitchFamily="2" charset="0"/>
              </a:rPr>
              <a:t>Languages: English, French</a:t>
            </a:r>
            <a:endParaRPr lang="en-US" sz="1000" dirty="0">
              <a:solidFill>
                <a:srgbClr val="808080"/>
              </a:solidFill>
              <a:latin typeface="EYInterstate"/>
            </a:endParaRPr>
          </a:p>
        </p:txBody>
      </p:sp>
      <p:sp>
        <p:nvSpPr>
          <p:cNvPr id="24" name="Rectangle 23"/>
          <p:cNvSpPr>
            <a:spLocks noChangeArrowheads="1"/>
          </p:cNvSpPr>
          <p:nvPr/>
        </p:nvSpPr>
        <p:spPr bwMode="gray">
          <a:xfrm>
            <a:off x="634910" y="1355916"/>
            <a:ext cx="2600936" cy="215444"/>
          </a:xfrm>
          <a:prstGeom prst="rect">
            <a:avLst/>
          </a:prstGeom>
          <a:noFill/>
          <a:ln w="9525">
            <a:noFill/>
            <a:miter lim="800000"/>
            <a:headEnd/>
            <a:tailEnd/>
          </a:ln>
          <a:effectLst/>
        </p:spPr>
        <p:txBody>
          <a:bodyPr lIns="0" tIns="0" rIns="0" bIns="0">
            <a:spAutoFit/>
          </a:bodyPr>
          <a:lstStyle/>
          <a:p>
            <a:pPr>
              <a:spcBef>
                <a:spcPct val="20000"/>
              </a:spcBef>
              <a:spcAft>
                <a:spcPct val="40000"/>
              </a:spcAft>
              <a:buClr>
                <a:srgbClr val="FFFFFF"/>
              </a:buClr>
              <a:buSzPct val="75000"/>
              <a:buFont typeface="Arial Unicode MS" pitchFamily="34" charset="-128"/>
              <a:buNone/>
            </a:pPr>
            <a:r>
              <a:rPr lang="en-US" sz="1400" b="1">
                <a:solidFill>
                  <a:srgbClr val="808080"/>
                </a:solidFill>
                <a:latin typeface="EYInterstate" pitchFamily="2" charset="0"/>
                <a:cs typeface="Arial" charset="0"/>
                <a:sym typeface="Arial Unicode MS" pitchFamily="34" charset="-128"/>
              </a:rPr>
              <a:t>Background</a:t>
            </a:r>
          </a:p>
        </p:txBody>
      </p:sp>
      <p:sp>
        <p:nvSpPr>
          <p:cNvPr id="25" name="Rectangle 12"/>
          <p:cNvSpPr>
            <a:spLocks noChangeArrowheads="1"/>
          </p:cNvSpPr>
          <p:nvPr/>
        </p:nvSpPr>
        <p:spPr bwMode="gray">
          <a:xfrm>
            <a:off x="634910" y="3798262"/>
            <a:ext cx="2600936" cy="215444"/>
          </a:xfrm>
          <a:prstGeom prst="rect">
            <a:avLst/>
          </a:prstGeom>
          <a:noFill/>
          <a:ln w="9525">
            <a:noFill/>
            <a:miter lim="800000"/>
            <a:headEnd/>
            <a:tailEnd/>
          </a:ln>
          <a:effectLst/>
        </p:spPr>
        <p:txBody>
          <a:bodyPr lIns="0" tIns="0" rIns="0" bIns="0">
            <a:spAutoFit/>
          </a:bodyPr>
          <a:lstStyle/>
          <a:p>
            <a:pPr>
              <a:spcBef>
                <a:spcPct val="20000"/>
              </a:spcBef>
              <a:spcAft>
                <a:spcPct val="40000"/>
              </a:spcAft>
              <a:buClr>
                <a:srgbClr val="FFFFFF"/>
              </a:buClr>
              <a:buSzPct val="75000"/>
              <a:buFont typeface="Arial Unicode MS" pitchFamily="34" charset="-128"/>
              <a:buNone/>
            </a:pPr>
            <a:r>
              <a:rPr lang="en-US" sz="1400" b="1">
                <a:solidFill>
                  <a:srgbClr val="808080"/>
                </a:solidFill>
                <a:latin typeface="EYInterstate" pitchFamily="2" charset="0"/>
                <a:cs typeface="Arial" charset="0"/>
                <a:sym typeface="Arial Unicode MS" pitchFamily="34" charset="-128"/>
              </a:rPr>
              <a:t>Skills</a:t>
            </a:r>
          </a:p>
        </p:txBody>
      </p:sp>
      <p:sp>
        <p:nvSpPr>
          <p:cNvPr id="26" name="Text Box 7"/>
          <p:cNvSpPr txBox="1">
            <a:spLocks noChangeArrowheads="1"/>
          </p:cNvSpPr>
          <p:nvPr/>
        </p:nvSpPr>
        <p:spPr bwMode="auto">
          <a:xfrm>
            <a:off x="1529080" y="294774"/>
            <a:ext cx="2164080" cy="1011046"/>
          </a:xfrm>
          <a:prstGeom prst="rect">
            <a:avLst/>
          </a:prstGeom>
          <a:noFill/>
          <a:ln w="12700">
            <a:noFill/>
            <a:miter lim="800000"/>
            <a:headEnd type="none" w="sm" len="sm"/>
            <a:tailEnd type="none" w="sm" len="sm"/>
          </a:ln>
          <a:effectLst/>
        </p:spPr>
        <p:txBody>
          <a:bodyPr wrap="square" lIns="0" tIns="0" rIns="0" bIns="0">
            <a:spAutoFit/>
          </a:bodyPr>
          <a:lstStyle/>
          <a:p>
            <a:pPr defTabSz="851135">
              <a:tabLst>
                <a:tab pos="378735" algn="l"/>
              </a:tabLst>
            </a:pPr>
            <a:r>
              <a:rPr lang="en-US" sz="900" b="1" dirty="0">
                <a:solidFill>
                  <a:srgbClr val="646464"/>
                </a:solidFill>
                <a:latin typeface="EYInterstate" panose="02000503020000020004" pitchFamily="2" charset="0"/>
                <a:sym typeface="EYInterstate" panose="02000503020000020004" pitchFamily="2" charset="0"/>
              </a:rPr>
              <a:t>Alex Truong</a:t>
            </a:r>
          </a:p>
          <a:p>
            <a:pPr defTabSz="851135">
              <a:tabLst>
                <a:tab pos="378735" algn="l"/>
              </a:tabLst>
            </a:pPr>
            <a:r>
              <a:rPr lang="en-US" sz="900" dirty="0">
                <a:solidFill>
                  <a:srgbClr val="646464"/>
                </a:solidFill>
                <a:latin typeface="EYInterstate" panose="02000503020000020004" pitchFamily="2" charset="0"/>
                <a:sym typeface="EYInterstate" panose="02000503020000020004" pitchFamily="2" charset="0"/>
              </a:rPr>
              <a:t>Manager</a:t>
            </a:r>
          </a:p>
          <a:p>
            <a:pPr defTabSz="851135">
              <a:tabLst>
                <a:tab pos="378735" algn="l"/>
              </a:tabLst>
            </a:pPr>
            <a:r>
              <a:rPr lang="en-US" sz="900" dirty="0">
                <a:solidFill>
                  <a:srgbClr val="646464"/>
                </a:solidFill>
                <a:latin typeface="EYInterstate" panose="02000503020000020004" pitchFamily="2" charset="0"/>
                <a:sym typeface="EYInterstate" panose="02000503020000020004" pitchFamily="2" charset="0"/>
              </a:rPr>
              <a:t>Analytics &amp; Insights</a:t>
            </a:r>
          </a:p>
          <a:p>
            <a:pPr defTabSz="851135">
              <a:tabLst>
                <a:tab pos="378735" algn="l"/>
              </a:tabLst>
            </a:pPr>
            <a:endParaRPr lang="en-US" sz="900" dirty="0">
              <a:solidFill>
                <a:srgbClr val="646464"/>
              </a:solidFill>
              <a:latin typeface="EYInterstate" panose="02000503020000020004" pitchFamily="2" charset="0"/>
              <a:sym typeface="EYInterstate" panose="02000503020000020004" pitchFamily="2" charset="0"/>
            </a:endParaRPr>
          </a:p>
          <a:p>
            <a:pPr defTabSz="851135">
              <a:tabLst>
                <a:tab pos="378735" algn="l"/>
              </a:tabLst>
            </a:pPr>
            <a:r>
              <a:rPr lang="en-US" sz="900" dirty="0">
                <a:solidFill>
                  <a:srgbClr val="646464"/>
                </a:solidFill>
                <a:latin typeface="EYInterstate" panose="02000503020000020004" pitchFamily="2" charset="0"/>
                <a:sym typeface="EYInterstate" panose="02000503020000020004" pitchFamily="2" charset="0"/>
              </a:rPr>
              <a:t>Tel : 917-288-4957</a:t>
            </a:r>
          </a:p>
          <a:p>
            <a:pPr defTabSz="872601" fontAlgn="base">
              <a:spcBef>
                <a:spcPct val="0"/>
              </a:spcBef>
              <a:spcAft>
                <a:spcPct val="30000"/>
              </a:spcAft>
              <a:buClr>
                <a:srgbClr val="000000"/>
              </a:buClr>
              <a:tabLst>
                <a:tab pos="388705" algn="l"/>
              </a:tabLst>
              <a:defRPr/>
            </a:pPr>
            <a:r>
              <a:rPr lang="en-US" sz="900" dirty="0">
                <a:solidFill>
                  <a:srgbClr val="646464"/>
                </a:solidFill>
                <a:latin typeface="EYInterstate" panose="02000503020000020004" pitchFamily="2" charset="0"/>
                <a:sym typeface="EYInterstate" panose="02000503020000020004" pitchFamily="2" charset="0"/>
              </a:rPr>
              <a:t>Email	alexandre.truong1@ey.com</a:t>
            </a:r>
          </a:p>
          <a:p>
            <a:pPr defTabSz="851135">
              <a:tabLst>
                <a:tab pos="378735" algn="l"/>
              </a:tabLst>
            </a:pPr>
            <a:endParaRPr lang="en-US" sz="900" dirty="0">
              <a:solidFill>
                <a:srgbClr val="646464"/>
              </a:solidFill>
              <a:latin typeface="EYInterstate" panose="02000503020000020004" pitchFamily="2" charset="0"/>
              <a:sym typeface="EYInterstate" panose="02000503020000020004" pitchFamily="2" charset="0"/>
            </a:endParaRPr>
          </a:p>
        </p:txBody>
      </p:sp>
      <p:sp>
        <p:nvSpPr>
          <p:cNvPr id="28" name="Rectangle 11"/>
          <p:cNvSpPr>
            <a:spLocks noChangeArrowheads="1"/>
          </p:cNvSpPr>
          <p:nvPr/>
        </p:nvSpPr>
        <p:spPr bwMode="gray">
          <a:xfrm>
            <a:off x="4083727" y="1355916"/>
            <a:ext cx="2599578" cy="215444"/>
          </a:xfrm>
          <a:prstGeom prst="rect">
            <a:avLst/>
          </a:prstGeom>
          <a:noFill/>
          <a:ln w="9525">
            <a:noFill/>
            <a:miter lim="800000"/>
            <a:headEnd/>
            <a:tailEnd/>
          </a:ln>
          <a:effectLst/>
        </p:spPr>
        <p:txBody>
          <a:bodyPr lIns="0" tIns="0" rIns="0" bIns="0">
            <a:spAutoFit/>
          </a:bodyPr>
          <a:lstStyle/>
          <a:p>
            <a:pPr>
              <a:spcBef>
                <a:spcPct val="20000"/>
              </a:spcBef>
              <a:spcAft>
                <a:spcPct val="40000"/>
              </a:spcAft>
              <a:buClr>
                <a:srgbClr val="FFFFFF"/>
              </a:buClr>
              <a:buSzPct val="75000"/>
              <a:buFont typeface="Arial Unicode MS" pitchFamily="34" charset="-128"/>
              <a:buNone/>
            </a:pPr>
            <a:r>
              <a:rPr lang="en-US" sz="1400" b="1">
                <a:solidFill>
                  <a:srgbClr val="808080"/>
                </a:solidFill>
                <a:latin typeface="EYInterstate" pitchFamily="2" charset="0"/>
                <a:cs typeface="Arial" charset="0"/>
                <a:sym typeface="Arial Unicode MS" pitchFamily="34" charset="-128"/>
              </a:rPr>
              <a:t>Experience</a:t>
            </a:r>
          </a:p>
        </p:txBody>
      </p:sp>
      <p:sp>
        <p:nvSpPr>
          <p:cNvPr id="29" name="Rectangle 28"/>
          <p:cNvSpPr>
            <a:spLocks noChangeArrowheads="1"/>
          </p:cNvSpPr>
          <p:nvPr/>
        </p:nvSpPr>
        <p:spPr bwMode="auto">
          <a:xfrm>
            <a:off x="8112487" y="1594753"/>
            <a:ext cx="3600000" cy="55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45693" rIns="91385" bIns="45693" anchor="t">
            <a:spAutoFit/>
          </a:bodyPr>
          <a:lstStyle/>
          <a:p>
            <a:pPr marL="156845"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panose="02000506000000020004" pitchFamily="2" charset="0"/>
              </a:rPr>
              <a:t>Assisted multiple P&amp;C insurance company in their AI/Gen AI Strategy (Use Case Identification and Prioritization, Operating Model / Governance update)</a:t>
            </a:r>
          </a:p>
          <a:p>
            <a:pPr algn="just" defTabSz="1033423">
              <a:spcBef>
                <a:spcPts val="600"/>
              </a:spcBef>
              <a:spcAft>
                <a:spcPts val="300"/>
              </a:spcAft>
              <a:buClr>
                <a:srgbClr val="FFE600"/>
              </a:buClr>
              <a:buSzPct val="75000"/>
              <a:defRPr/>
            </a:pPr>
            <a:r>
              <a:rPr lang="en-US" sz="1000" u="sng" dirty="0">
                <a:solidFill>
                  <a:srgbClr val="808080"/>
                </a:solidFill>
                <a:latin typeface="EYInterstate Light" panose="02000506000000020004" pitchFamily="2" charset="0"/>
                <a:sym typeface="Arial Unicode MS" pitchFamily="34" charset="-128"/>
              </a:rPr>
              <a:t>Modelling (Others)</a:t>
            </a:r>
          </a:p>
          <a:p>
            <a:pPr marL="156845" lvl="0"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panose="02000506000000020004" pitchFamily="2" charset="0"/>
                <a:sym typeface="Arial Unicode MS" pitchFamily="34" charset="-128"/>
              </a:rPr>
              <a:t>Improved the partial internal capital model (S2) of a major insurer to be in line with the regulator (contract boundaries / future premium: modelling (R), daily interaction with and regular presentations to clients</a:t>
            </a:r>
          </a:p>
          <a:p>
            <a:pPr marL="156845"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panose="02000506000000020004" pitchFamily="2" charset="0"/>
                <a:sym typeface="Arial Unicode MS" pitchFamily="34" charset="-128"/>
              </a:rPr>
              <a:t>Developed a new loan insurance product for a small insurance company (French market): </a:t>
            </a:r>
            <a:endParaRPr lang="en-US" dirty="0"/>
          </a:p>
          <a:p>
            <a:pPr marL="614045" lvl="1" indent="-156845" algn="just" defTabSz="1033423">
              <a:spcBef>
                <a:spcPts val="300"/>
              </a:spcBef>
              <a:spcAft>
                <a:spcPts val="300"/>
              </a:spcAft>
              <a:buClr>
                <a:srgbClr val="FFE600"/>
              </a:buClr>
              <a:buSzPct val="75000"/>
              <a:buFont typeface="Arial" pitchFamily="34" charset="0"/>
              <a:buChar char="►"/>
              <a:defRPr/>
            </a:pPr>
            <a:r>
              <a:rPr lang="en-US" sz="1000" dirty="0">
                <a:solidFill>
                  <a:srgbClr val="808080"/>
                </a:solidFill>
                <a:latin typeface="EYInterstate Light" panose="02000506000000020004" pitchFamily="2" charset="0"/>
                <a:sym typeface="Arial Unicode MS" pitchFamily="34" charset="-128"/>
              </a:rPr>
              <a:t>Underwriting (scoring), Pricing modelling</a:t>
            </a:r>
            <a:endParaRPr lang="en-US" sz="1000" dirty="0">
              <a:solidFill>
                <a:srgbClr val="808080"/>
              </a:solidFill>
              <a:latin typeface="EYInterstate Light" panose="02000506000000020004" pitchFamily="2" charset="0"/>
            </a:endParaRPr>
          </a:p>
          <a:p>
            <a:pPr marL="614045" lvl="1" indent="-156845" algn="just" defTabSz="1033423">
              <a:spcBef>
                <a:spcPts val="300"/>
              </a:spcBef>
              <a:spcAft>
                <a:spcPts val="300"/>
              </a:spcAft>
              <a:buClr>
                <a:srgbClr val="FFE600"/>
              </a:buClr>
              <a:buSzPct val="75000"/>
              <a:buFont typeface="Arial" pitchFamily="34" charset="0"/>
              <a:buChar char="►"/>
              <a:defRPr/>
            </a:pPr>
            <a:r>
              <a:rPr lang="en-US" sz="1000" dirty="0">
                <a:solidFill>
                  <a:srgbClr val="808080"/>
                </a:solidFill>
                <a:latin typeface="EYInterstate Light" panose="02000506000000020004" pitchFamily="2" charset="0"/>
                <a:sym typeface="Arial Unicode MS" pitchFamily="34" charset="-128"/>
              </a:rPr>
              <a:t>Business plan modelling (Solvency 1 and 2), </a:t>
            </a:r>
            <a:endParaRPr lang="en-US" sz="1000" dirty="0">
              <a:solidFill>
                <a:srgbClr val="808080"/>
              </a:solidFill>
              <a:latin typeface="EYInterstate Light" panose="02000506000000020004" pitchFamily="2" charset="0"/>
            </a:endParaRPr>
          </a:p>
          <a:p>
            <a:pPr marL="614045" lvl="1" indent="-156845" algn="just" defTabSz="1033423">
              <a:spcBef>
                <a:spcPts val="300"/>
              </a:spcBef>
              <a:spcAft>
                <a:spcPts val="300"/>
              </a:spcAft>
              <a:buClr>
                <a:srgbClr val="FFE600"/>
              </a:buClr>
              <a:buSzPct val="75000"/>
              <a:buFont typeface="Arial" pitchFamily="34" charset="0"/>
              <a:buChar char="►"/>
              <a:defRPr/>
            </a:pPr>
            <a:r>
              <a:rPr lang="en-US" sz="1000" dirty="0">
                <a:solidFill>
                  <a:srgbClr val="808080"/>
                </a:solidFill>
                <a:latin typeface="EYInterstate Light" panose="02000506000000020004" pitchFamily="2" charset="0"/>
                <a:sym typeface="Arial Unicode MS" pitchFamily="34" charset="-128"/>
              </a:rPr>
              <a:t>Risk assessment (Solvency 2, EBA), </a:t>
            </a:r>
            <a:endParaRPr lang="en-US" sz="1000" dirty="0">
              <a:solidFill>
                <a:srgbClr val="808080"/>
              </a:solidFill>
              <a:latin typeface="EYInterstate Light" panose="02000506000000020004" pitchFamily="2" charset="0"/>
            </a:endParaRPr>
          </a:p>
          <a:p>
            <a:pPr marL="614045" lvl="1" indent="-156845" algn="just" defTabSz="1033423">
              <a:spcBef>
                <a:spcPts val="300"/>
              </a:spcBef>
              <a:spcAft>
                <a:spcPts val="300"/>
              </a:spcAft>
              <a:buClr>
                <a:srgbClr val="FFE600"/>
              </a:buClr>
              <a:buSzPct val="75000"/>
              <a:buFont typeface="Arial" pitchFamily="34" charset="0"/>
              <a:buChar char="►"/>
              <a:defRPr/>
            </a:pPr>
            <a:r>
              <a:rPr lang="en-US" sz="1000" dirty="0">
                <a:solidFill>
                  <a:srgbClr val="808080"/>
                </a:solidFill>
                <a:latin typeface="EYInterstate Light" panose="02000506000000020004" pitchFamily="2" charset="0"/>
                <a:sym typeface="Arial Unicode MS" pitchFamily="34" charset="-128"/>
              </a:rPr>
              <a:t>Recapitalization modelling (debt, reinsurance, …)</a:t>
            </a:r>
          </a:p>
          <a:p>
            <a:pPr marL="156845" indent="-156845" algn="just" defTabSz="1033423">
              <a:spcBef>
                <a:spcPts val="300"/>
              </a:spcBef>
              <a:spcAft>
                <a:spcPts val="300"/>
              </a:spcAft>
              <a:buClr>
                <a:srgbClr val="FFE600"/>
              </a:buClr>
              <a:buSzPct val="75000"/>
              <a:buFont typeface="Arial" pitchFamily="34" charset="0"/>
              <a:buChar char="►"/>
              <a:defRPr/>
            </a:pPr>
            <a:r>
              <a:rPr lang="en-US" sz="1000" dirty="0">
                <a:solidFill>
                  <a:srgbClr val="808080"/>
                </a:solidFill>
                <a:latin typeface="EYInterstate Light"/>
                <a:sym typeface="Arial Unicode MS" pitchFamily="34" charset="-128"/>
              </a:rPr>
              <a:t>Performed a Strategic Asset Allocation for pension fund: modelled portfolio, projected under different economic scenarios and recommended allocation for the next year</a:t>
            </a:r>
            <a:endParaRPr lang="en-US" sz="1000" dirty="0">
              <a:solidFill>
                <a:srgbClr val="808080"/>
              </a:solidFill>
              <a:latin typeface="EYInterstate Light"/>
            </a:endParaRPr>
          </a:p>
          <a:p>
            <a:pPr algn="just" defTabSz="1033423">
              <a:spcBef>
                <a:spcPts val="600"/>
              </a:spcBef>
              <a:spcAft>
                <a:spcPts val="300"/>
              </a:spcAft>
              <a:buClr>
                <a:srgbClr val="FFE600"/>
              </a:buClr>
              <a:buSzPct val="75000"/>
              <a:defRPr/>
            </a:pPr>
            <a:r>
              <a:rPr lang="en-US" sz="1000" u="sng" dirty="0">
                <a:solidFill>
                  <a:srgbClr val="808080"/>
                </a:solidFill>
                <a:latin typeface="EYInterstate Light"/>
                <a:sym typeface="Arial Unicode MS" pitchFamily="34" charset="-128"/>
              </a:rPr>
              <a:t>Technical Reserving</a:t>
            </a:r>
            <a:endParaRPr lang="en-US" sz="1000" u="sng" dirty="0">
              <a:solidFill>
                <a:srgbClr val="808080"/>
              </a:solidFill>
              <a:latin typeface="EYInterstate Light" panose="02000506000000020004" pitchFamily="2" charset="0"/>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a:sym typeface="Arial Unicode MS" pitchFamily="34" charset="-128"/>
              </a:rPr>
              <a:t>Supervised and coordinated the technical review of a major P&amp;C reinsurer as the central audit team (with teams in London, Singapore): reserving recalculation / process review, presentation to CFO, led a team of 3 actuaries</a:t>
            </a:r>
            <a:endParaRPr lang="en-US" sz="1000" dirty="0">
              <a:solidFill>
                <a:srgbClr val="808080"/>
              </a:solidFill>
              <a:latin typeface="EYInterstate Light"/>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a:solidFill>
                  <a:srgbClr val="808080"/>
                </a:solidFill>
                <a:latin typeface="EYInterstate Light"/>
              </a:rPr>
              <a:t>Reviewed and challenged the modelling of a Long-Term Care insurance reserve: recalculation of biometric assumptions, statistical analysis, modelling (VBA)</a:t>
            </a:r>
            <a:endParaRPr lang="en-US" sz="1000" dirty="0">
              <a:solidFill>
                <a:srgbClr val="808080"/>
              </a:solidFill>
              <a:latin typeface="EYInterstate Light"/>
              <a:sym typeface="Arial Unicode MS" pitchFamily="34" charset="-128"/>
            </a:endParaRPr>
          </a:p>
          <a:p>
            <a:pPr marL="614045" lvl="1" indent="-156845" algn="just" defTabSz="1033423">
              <a:spcBef>
                <a:spcPts val="600"/>
              </a:spcBef>
              <a:spcAft>
                <a:spcPts val="300"/>
              </a:spcAft>
              <a:buClr>
                <a:srgbClr val="FFE600"/>
              </a:buClr>
              <a:buSzPct val="75000"/>
              <a:buFont typeface="Arial" pitchFamily="34" charset="0"/>
              <a:buChar char="►"/>
              <a:defRPr/>
            </a:pPr>
            <a:endParaRPr lang="en-US" sz="1000" dirty="0">
              <a:solidFill>
                <a:srgbClr val="808080"/>
              </a:solidFill>
              <a:latin typeface="EYInterstate Light" panose="02000506000000020004" pitchFamily="2" charset="0"/>
            </a:endParaRPr>
          </a:p>
          <a:p>
            <a:pPr algn="just" defTabSz="1033423">
              <a:spcBef>
                <a:spcPts val="600"/>
              </a:spcBef>
              <a:spcAft>
                <a:spcPts val="300"/>
              </a:spcAft>
              <a:buClr>
                <a:srgbClr val="FFE600"/>
              </a:buClr>
              <a:buSzPct val="75000"/>
              <a:defRPr/>
            </a:pPr>
            <a:endParaRPr lang="en-US" sz="1000" dirty="0">
              <a:solidFill>
                <a:srgbClr val="808080"/>
              </a:solidFill>
              <a:latin typeface="EYInterstate Light" panose="02000506000000020004" pitchFamily="2" charset="0"/>
              <a:sym typeface="Arial Unicode MS" pitchFamily="34" charset="-128"/>
            </a:endParaRPr>
          </a:p>
        </p:txBody>
      </p:sp>
      <p:pic>
        <p:nvPicPr>
          <p:cNvPr id="13" name="Picture 1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34910" y="222867"/>
            <a:ext cx="777600" cy="1036800"/>
          </a:xfrm>
          <a:prstGeom prst="rect">
            <a:avLst/>
          </a:prstGeom>
        </p:spPr>
      </p:pic>
    </p:spTree>
    <p:extLst>
      <p:ext uri="{BB962C8B-B14F-4D97-AF65-F5344CB8AC3E}">
        <p14:creationId xmlns:p14="http://schemas.microsoft.com/office/powerpoint/2010/main" val="35773242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EY widescreen presentation 2015 v1">
  <a:themeElements>
    <a:clrScheme name="Custom 2">
      <a:dk1>
        <a:srgbClr val="000000"/>
      </a:dk1>
      <a:lt1>
        <a:srgbClr val="646464"/>
      </a:lt1>
      <a:dk2>
        <a:srgbClr val="FFFFFF"/>
      </a:dk2>
      <a:lt2>
        <a:srgbClr val="646464"/>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Présentation1" id="{CC8718FC-55DD-4302-BE17-A4CA990034D1}" vid="{D9C91913-B542-4B4A-94F5-3E7C28267707}"/>
    </a:ext>
  </a:extLst>
</a:theme>
</file>

<file path=ppt/theme/theme2.xml><?xml version="1.0" encoding="utf-8"?>
<a:theme xmlns:a="http://schemas.openxmlformats.org/drawingml/2006/main" name="EY light projection">
  <a:themeElements>
    <a:clrScheme name="Custom 1">
      <a:dk1>
        <a:srgbClr val="000000"/>
      </a:dk1>
      <a:lt1>
        <a:srgbClr val="646464"/>
      </a:lt1>
      <a:dk2>
        <a:srgbClr val="FFFFFF"/>
      </a:dk2>
      <a:lt2>
        <a:srgbClr val="646464"/>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Présentation1" id="{CC8718FC-55DD-4302-BE17-A4CA990034D1}" vid="{42318EB7-394D-40B9-9957-8795F39E21BC}"/>
    </a:ext>
  </a:extLst>
</a:theme>
</file>

<file path=ppt/theme/theme3.xml><?xml version="1.0" encoding="utf-8"?>
<a:theme xmlns:a="http://schemas.openxmlformats.org/drawingml/2006/main" name="EY dark print">
  <a:themeElements>
    <a:clrScheme name="Custom 2">
      <a:dk1>
        <a:srgbClr val="FFFFFF"/>
      </a:dk1>
      <a:lt1>
        <a:srgbClr val="FFFFFF"/>
      </a:lt1>
      <a:dk2>
        <a:srgbClr val="333333"/>
      </a:dk2>
      <a:lt2>
        <a:srgbClr val="FFE600"/>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Présentation1" id="{CC8718FC-55DD-4302-BE17-A4CA990034D1}" vid="{07D0C71C-60EC-4743-8BE5-193D505FE826}"/>
    </a:ext>
  </a:extLst>
</a:theme>
</file>

<file path=ppt/theme/theme4.xml><?xml version="1.0" encoding="utf-8"?>
<a:theme xmlns:a="http://schemas.openxmlformats.org/drawingml/2006/main" name="EY dark projection">
  <a:themeElements>
    <a:clrScheme name="Custom 4">
      <a:dk1>
        <a:srgbClr val="FFFFFF"/>
      </a:dk1>
      <a:lt1>
        <a:srgbClr val="FFFFFF"/>
      </a:lt1>
      <a:dk2>
        <a:srgbClr val="333333"/>
      </a:dk2>
      <a:lt2>
        <a:srgbClr val="FFD200"/>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Présentation1" id="{CC8718FC-55DD-4302-BE17-A4CA990034D1}" vid="{B0420834-9C4A-4A12-ABE0-9CF7A9AB4E8E}"/>
    </a:ext>
  </a:extLst>
</a:theme>
</file>

<file path=ppt/theme/theme5.xml><?xml version="1.0" encoding="utf-8"?>
<a:theme xmlns:a="http://schemas.openxmlformats.org/drawingml/2006/main" name="1_COMPANY A_theme_v0">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QB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oAutofit/>
      </a:bodyPr>
      <a:lstStyle>
        <a:defPPr marL="216000" indent="-216000">
          <a:lnSpc>
            <a:spcPct val="90000"/>
          </a:lnSpc>
          <a:spcAft>
            <a:spcPts val="600"/>
          </a:spcAft>
          <a:buClr>
            <a:schemeClr val="accent1"/>
          </a:buClr>
          <a:buFont typeface="Arial" panose="020B0604020202020204" pitchFamily="34" charset="0"/>
          <a:buChar char="•"/>
          <a:defRPr sz="1400" dirty="0" err="1" smtClean="0"/>
        </a:defPPr>
      </a:lstStyle>
    </a:txDef>
  </a:objectDefaults>
  <a:extraClrSchemeLst/>
  <a:custClrLst>
    <a:custClr name="PMS526">
      <a:srgbClr val="70218A"/>
    </a:custClr>
    <a:custClr name="PMS200">
      <a:srgbClr val="BA0C2F"/>
    </a:custClr>
    <a:custClr name="PMS158">
      <a:srgbClr val="E87722"/>
    </a:custClr>
    <a:custClr name="PMS 347">
      <a:srgbClr val="009A44"/>
    </a:custClr>
    <a:custClr name="PMS376">
      <a:srgbClr val="84BD00"/>
    </a:custClr>
    <a:custClr name="PMS137">
      <a:srgbClr val="FFA300"/>
    </a:custClr>
    <a:custClr name="PMS2706">
      <a:srgbClr val="BDCAE7"/>
    </a:custClr>
    <a:custClr name="PMS Cool Grey 2">
      <a:srgbClr val="D0D0CE"/>
    </a:custClr>
    <a:custClr name="PMS628">
      <a:srgbClr val="BDE4E1"/>
    </a:custClr>
    <a:custClr name="PMS544">
      <a:srgbClr val="B7D6F1"/>
    </a:custClr>
  </a:custClrLst>
  <a:extLst>
    <a:ext uri="{05A4C25C-085E-4340-85A3-A5531E510DB2}">
      <thm15:themeFamily xmlns:thm15="http://schemas.microsoft.com/office/thememl/2012/main" name="COMPANY A PROGRAM A Capability Readiness - Final Deliverable_v1 0.pptx" id="{EBE942D2-9BB9-4CDA-B265-E7124213586E}" vid="{39926E2D-E5D5-4410-8956-F9AB599A1FF9}"/>
    </a:ext>
  </a:extLst>
</a:theme>
</file>

<file path=ppt/theme/theme6.xml><?xml version="1.0" encoding="utf-8"?>
<a:theme xmlns:a="http://schemas.openxmlformats.org/drawingml/2006/main" name="EY regular presentation 2010">
  <a:themeElements>
    <a:clrScheme name="EY light print">
      <a:dk1>
        <a:srgbClr val="000000"/>
      </a:dk1>
      <a:lt1>
        <a:srgbClr val="646464"/>
      </a:lt1>
      <a:dk2>
        <a:srgbClr val="FFFFFF"/>
      </a:dk2>
      <a:lt2>
        <a:srgbClr val="646464"/>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Classification_x0020_Status xmlns="35818088-e62d-4edf-bbb6-409430aef268">Pending classification</Classification_x0020_Status>
    <EnablementKeywords xmlns="5ac3c4d1-eb9a-45c5-a28a-f7b868401e8d" xsi:nil="true"/>
    <k8128b1c45734e36a24fce652bc7ffb7 xmlns="50c908b1-f277-4340-90a9-4611d0b0f078">
      <Terms xmlns="http://schemas.microsoft.com/office/infopath/2007/PartnerControls">
        <TermInfo xmlns="http://schemas.microsoft.com/office/infopath/2007/PartnerControls">
          <TermName xmlns="http://schemas.microsoft.com/office/infopath/2007/PartnerControls">Performance Improvement</TermName>
          <TermId xmlns="http://schemas.microsoft.com/office/infopath/2007/PartnerControls">3b54a0c8-da9c-44ab-bdf1-8ad319138b7e</TermId>
        </TermInfo>
        <TermInfo xmlns="http://schemas.microsoft.com/office/infopath/2007/PartnerControls">
          <TermName xmlns="http://schemas.microsoft.com/office/infopath/2007/PartnerControls">Advanced Analytics</TermName>
          <TermId xmlns="http://schemas.microsoft.com/office/infopath/2007/PartnerControls">3ccb1b62-bc35-4be7-ba4a-b9c045d28843</TermId>
        </TermInfo>
        <TermInfo xmlns="http://schemas.microsoft.com/office/infopath/2007/PartnerControls">
          <TermName xmlns="http://schemas.microsoft.com/office/infopath/2007/PartnerControls">Predictive Analytics</TermName>
          <TermId xmlns="http://schemas.microsoft.com/office/infopath/2007/PartnerControls">9eecb2d7-de7f-407e-8423-4daf6081d3ec</TermId>
        </TermInfo>
        <TermInfo xmlns="http://schemas.microsoft.com/office/infopath/2007/PartnerControls">
          <TermName xmlns="http://schemas.microsoft.com/office/infopath/2007/PartnerControls">Machine Learning</TermName>
          <TermId xmlns="http://schemas.microsoft.com/office/infopath/2007/PartnerControls">a4841512-a73d-4108-a1e8-718869ea9afc</TermId>
        </TermInfo>
        <TermInfo xmlns="http://schemas.microsoft.com/office/infopath/2007/PartnerControls">
          <TermName xmlns="http://schemas.microsoft.com/office/infopath/2007/PartnerControls">Predictive Modeling</TermName>
          <TermId xmlns="http://schemas.microsoft.com/office/infopath/2007/PartnerControls">f4fb2e53-7c51-4967-8be2-10b30ac94967</TermId>
        </TermInfo>
        <TermInfo xmlns="http://schemas.microsoft.com/office/infopath/2007/PartnerControls">
          <TermName xmlns="http://schemas.microsoft.com/office/infopath/2007/PartnerControls">Statistical Analysis</TermName>
          <TermId xmlns="http://schemas.microsoft.com/office/infopath/2007/PartnerControls">1bbc4b32-7fad-458d-9c0b-123ed00aea64</TermId>
        </TermInfo>
        <TermInfo xmlns="http://schemas.microsoft.com/office/infopath/2007/PartnerControls">
          <TermName xmlns="http://schemas.microsoft.com/office/infopath/2007/PartnerControls">Non-Life</TermName>
          <TermId xmlns="http://schemas.microsoft.com/office/infopath/2007/PartnerControls">0d5ee15b-1207-420b-b130-0fe0924b4434</TermId>
        </TermInfo>
        <TermInfo xmlns="http://schemas.microsoft.com/office/infopath/2007/PartnerControls">
          <TermName xmlns="http://schemas.microsoft.com/office/infopath/2007/PartnerControls">Performance Improvement</TermName>
          <TermId xmlns="http://schemas.microsoft.com/office/infopath/2007/PartnerControls">3b54a0c8-da9c-44ab-bdf1-8ad319138b7e</TermId>
        </TermInfo>
        <TermInfo xmlns="http://schemas.microsoft.com/office/infopath/2007/PartnerControls">
          <TermName xmlns="http://schemas.microsoft.com/office/infopath/2007/PartnerControls">Advanced Analytics</TermName>
          <TermId xmlns="http://schemas.microsoft.com/office/infopath/2007/PartnerControls">3ccb1b62-bc35-4be7-ba4a-b9c045d28843</TermId>
        </TermInfo>
        <TermInfo xmlns="http://schemas.microsoft.com/office/infopath/2007/PartnerControls">
          <TermName xmlns="http://schemas.microsoft.com/office/infopath/2007/PartnerControls">Predictive Analytics</TermName>
          <TermId xmlns="http://schemas.microsoft.com/office/infopath/2007/PartnerControls">9eecb2d7-de7f-407e-8423-4daf6081d3ec</TermId>
        </TermInfo>
        <TermInfo xmlns="http://schemas.microsoft.com/office/infopath/2007/PartnerControls">
          <TermName xmlns="http://schemas.microsoft.com/office/infopath/2007/PartnerControls">Machine Learning</TermName>
          <TermId xmlns="http://schemas.microsoft.com/office/infopath/2007/PartnerControls">a4841512-a73d-4108-a1e8-718869ea9afc</TermId>
        </TermInfo>
        <TermInfo xmlns="http://schemas.microsoft.com/office/infopath/2007/PartnerControls">
          <TermName xmlns="http://schemas.microsoft.com/office/infopath/2007/PartnerControls">Predictive Modeling</TermName>
          <TermId xmlns="http://schemas.microsoft.com/office/infopath/2007/PartnerControls">f4fb2e53-7c51-4967-8be2-10b30ac94967</TermId>
        </TermInfo>
        <TermInfo xmlns="http://schemas.microsoft.com/office/infopath/2007/PartnerControls">
          <TermName xmlns="http://schemas.microsoft.com/office/infopath/2007/PartnerControls">Statistical Analysis</TermName>
          <TermId xmlns="http://schemas.microsoft.com/office/infopath/2007/PartnerControls">1bbc4b32-7fad-458d-9c0b-123ed00aea64</TermId>
        </TermInfo>
        <TermInfo xmlns="http://schemas.microsoft.com/office/infopath/2007/PartnerControls">
          <TermName xmlns="http://schemas.microsoft.com/office/infopath/2007/PartnerControls">Non-Life</TermName>
          <TermId xmlns="http://schemas.microsoft.com/office/infopath/2007/PartnerControls">0d5ee15b-1207-420b-b130-0fe0924b4434</TermId>
        </TermInfo>
      </Terms>
    </k8128b1c45734e36a24fce652bc7ffb7>
    <e0e024ccac5240e69ae9c38a41bfa7a5 xmlns="50c908b1-f277-4340-90a9-4611d0b0f078">
      <Terms xmlns="http://schemas.microsoft.com/office/infopath/2007/PartnerControls">
        <TermInfo xmlns="http://schemas.microsoft.com/office/infopath/2007/PartnerControls">
          <TermName xmlns="http://schemas.microsoft.com/office/infopath/2007/PartnerControls">Insurance</TermName>
          <TermId xmlns="http://schemas.microsoft.com/office/infopath/2007/PartnerControls">5b80bbc8-1abb-48eb-87d6-894c1651c290</TermId>
        </TermInfo>
        <TermInfo xmlns="http://schemas.microsoft.com/office/infopath/2007/PartnerControls">
          <TermName xmlns="http://schemas.microsoft.com/office/infopath/2007/PartnerControls">Insurance</TermName>
          <TermId xmlns="http://schemas.microsoft.com/office/infopath/2007/PartnerControls">5b80bbc8-1abb-48eb-87d6-894c1651c290</TermId>
        </TermInfo>
      </Terms>
    </e0e024ccac5240e69ae9c38a41bfa7a5>
    <PrimaryCV xmlns="5ac3c4d1-eb9a-45c5-a28a-f7b868401e8d">true</PrimaryCV>
    <TaxCatchAll xmlns="50c908b1-f277-4340-90a9-4611d0b0f078">
      <Value>1665</Value>
      <Value>1664</Value>
      <Value>150</Value>
      <Value>12</Value>
      <Value>34</Value>
      <Value>1100</Value>
      <Value>1129</Value>
      <Value>6</Value>
      <Value>1702</Value>
      <Value>1</Value>
      <Value>886</Value>
    </TaxCatchAll>
    <b4187e12891e46deb4d240a4b28bdb90 xmlns="50c908b1-f277-4340-90a9-4611d0b0f078">
      <Terms xmlns="http://schemas.microsoft.com/office/infopath/2007/PartnerControls">
        <TermInfo xmlns="http://schemas.microsoft.com/office/infopath/2007/PartnerControls">
          <TermName xmlns="http://schemas.microsoft.com/office/infopath/2007/PartnerControls">English</TermName>
          <TermId xmlns="http://schemas.microsoft.com/office/infopath/2007/PartnerControls">556a818d-2fa5-4ece-a7c0-2ca1d2dc5c77</TermId>
        </TermInfo>
        <TermInfo xmlns="http://schemas.microsoft.com/office/infopath/2007/PartnerControls">
          <TermName xmlns="http://schemas.microsoft.com/office/infopath/2007/PartnerControls">English</TermName>
          <TermId xmlns="http://schemas.microsoft.com/office/infopath/2007/PartnerControls">556a818d-2fa5-4ece-a7c0-2ca1d2dc5c77</TermId>
        </TermInfo>
      </Terms>
    </b4187e12891e46deb4d240a4b28bdb90>
    <jc981bd8ab5b47fd91abb7684c0f405b xmlns="50c908b1-f277-4340-90a9-4611d0b0f078">
      <Terms xmlns="http://schemas.microsoft.com/office/infopath/2007/PartnerControls">
        <TermInfo xmlns="http://schemas.microsoft.com/office/infopath/2007/PartnerControls">
          <TermName xmlns="http://schemas.microsoft.com/office/infopath/2007/PartnerControls">New York</TermName>
          <TermId xmlns="http://schemas.microsoft.com/office/infopath/2007/PartnerControls">106b4ae0-8ef9-451b-8e2d-37dc4a077d44</TermId>
        </TermInfo>
        <TermInfo xmlns="http://schemas.microsoft.com/office/infopath/2007/PartnerControls">
          <TermName xmlns="http://schemas.microsoft.com/office/infopath/2007/PartnerControls">New York</TermName>
          <TermId xmlns="http://schemas.microsoft.com/office/infopath/2007/PartnerControls">106b4ae0-8ef9-451b-8e2d-37dc4a077d44</TermId>
        </TermInfo>
      </Terms>
    </jc981bd8ab5b47fd91abb7684c0f405b>
    <CVof xmlns="5ac3c4d1-eb9a-45c5-a28a-f7b868401e8d">
      <UserInfo>
        <DisplayName>Alexandre Truong</DisplayName>
        <AccountId>54458</AccountId>
        <AccountType/>
      </UserInfo>
    </CVof>
    <i14ea8bbd518495ea0e20ac1ad18c527 xmlns="50c908b1-f277-4340-90a9-4611d0b0f078">
      <Terms xmlns="http://schemas.microsoft.com/office/infopath/2007/PartnerControls">
        <TermInfo xmlns="http://schemas.microsoft.com/office/infopath/2007/PartnerControls">
          <TermName xmlns="http://schemas.microsoft.com/office/infopath/2007/PartnerControls">CV</TermName>
          <TermId xmlns="http://schemas.microsoft.com/office/infopath/2007/PartnerControls">d9e8f3fc-dc7d-453d-9df1-1e9e3502f833</TermId>
        </TermInfo>
      </Terms>
    </i14ea8bbd518495ea0e20ac1ad18c527>
    <ogea xmlns="49ead878-fd78-4048-b8b2-105abdb51426" xsi:nil="true"/>
    <tb0d xmlns="49ead878-fd78-4048-b8b2-105abdb51426" xsi:nil="true"/>
    <ce6z xmlns="49ead878-fd78-4048-b8b2-105abdb51426" xsi:nil="true"/>
  </documentManagement>
</p:properties>
</file>

<file path=customXml/item2.xml><?xml version="1.0" encoding="utf-8"?>
<?mso-contentType ?>
<SharedContentType xmlns="Microsoft.SharePoint.Taxonomy.ContentTypeSync" SourceId="33ef62f9-2e07-484b-bd79-00aec90129fe" ContentTypeId="0x010100826318CDA76982469C2C3CD2CD58474101" PreviousValue="false"/>
</file>

<file path=customXml/item3.xml><?xml version="1.0" encoding="utf-8"?>
<ct:contentTypeSchema xmlns:ct="http://schemas.microsoft.com/office/2006/metadata/contentType" xmlns:ma="http://schemas.microsoft.com/office/2006/metadata/properties/metaAttributes" ct:_="" ma:_="" ma:contentTypeName="EY CV" ma:contentTypeID="0x010100826318CDA76982469C2C3CD2CD5847410100DBFF5152FD78CE43BE193B8A1A4B983F008BB3565F0BA4AD43917984FD216E032E" ma:contentTypeVersion="17" ma:contentTypeDescription="EY Profile CV Content Type" ma:contentTypeScope="" ma:versionID="1754106f3609355ba09f762b1e566cd3">
  <xsd:schema xmlns:xsd="http://www.w3.org/2001/XMLSchema" xmlns:xs="http://www.w3.org/2001/XMLSchema" xmlns:p="http://schemas.microsoft.com/office/2006/metadata/properties" xmlns:ns2="50c908b1-f277-4340-90a9-4611d0b0f078" xmlns:ns3="35818088-e62d-4edf-bbb6-409430aef268" xmlns:ns4="5ac3c4d1-eb9a-45c5-a28a-f7b868401e8d" xmlns:ns5="49ead878-fd78-4048-b8b2-105abdb51426" targetNamespace="http://schemas.microsoft.com/office/2006/metadata/properties" ma:root="true" ma:fieldsID="54224356585bb8f53cef3cda312782cc" ns2:_="" ns3:_="" ns4:_="" ns5:_="">
    <xsd:import namespace="50c908b1-f277-4340-90a9-4611d0b0f078"/>
    <xsd:import namespace="35818088-e62d-4edf-bbb6-409430aef268"/>
    <xsd:import namespace="5ac3c4d1-eb9a-45c5-a28a-f7b868401e8d"/>
    <xsd:import namespace="49ead878-fd78-4048-b8b2-105abdb51426"/>
    <xsd:element name="properties">
      <xsd:complexType>
        <xsd:sequence>
          <xsd:element name="documentManagement">
            <xsd:complexType>
              <xsd:all>
                <xsd:element ref="ns2:i14ea8bbd518495ea0e20ac1ad18c527" minOccurs="0"/>
                <xsd:element ref="ns2:TaxCatchAll" minOccurs="0"/>
                <xsd:element ref="ns2:TaxCatchAllLabel" minOccurs="0"/>
                <xsd:element ref="ns2:k8128b1c45734e36a24fce652bc7ffb7" minOccurs="0"/>
                <xsd:element ref="ns2:jc981bd8ab5b47fd91abb7684c0f405b" minOccurs="0"/>
                <xsd:element ref="ns2:b4187e12891e46deb4d240a4b28bdb90" minOccurs="0"/>
                <xsd:element ref="ns3:ClassificationDataNoteField" minOccurs="0"/>
                <xsd:element ref="ns3:Classification_x0020_Status" minOccurs="0"/>
                <xsd:element ref="ns2:e0e024ccac5240e69ae9c38a41bfa7a5" minOccurs="0"/>
                <xsd:element ref="ns4:CVof"/>
                <xsd:element ref="ns4:PrimaryCV" minOccurs="0"/>
                <xsd:element ref="ns4:EnablementKeywords" minOccurs="0"/>
                <xsd:element ref="ns5:MediaServiceMetadata" minOccurs="0"/>
                <xsd:element ref="ns5:MediaServiceFastMetadata" minOccurs="0"/>
                <xsd:element ref="ns4:SharedWithUsers" minOccurs="0"/>
                <xsd:element ref="ns4:SharedWithDetails" minOccurs="0"/>
                <xsd:element ref="ns5:MediaServiceAutoTags" minOccurs="0"/>
                <xsd:element ref="ns5:MediaServiceDateTaken" minOccurs="0"/>
                <xsd:element ref="ns5:MediaServiceOCR" minOccurs="0"/>
                <xsd:element ref="ns5:ogea" minOccurs="0"/>
                <xsd:element ref="ns5:tb0d" minOccurs="0"/>
                <xsd:element ref="ns5:ce6z"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c908b1-f277-4340-90a9-4611d0b0f078" elementFormDefault="qualified">
    <xsd:import namespace="http://schemas.microsoft.com/office/2006/documentManagement/types"/>
    <xsd:import namespace="http://schemas.microsoft.com/office/infopath/2007/PartnerControls"/>
    <xsd:element name="i14ea8bbd518495ea0e20ac1ad18c527" ma:index="8" ma:taxonomy="true" ma:internalName="i14ea8bbd518495ea0e20ac1ad18c527" ma:taxonomyFieldName="EYContentType" ma:displayName="EY Content Type" ma:default="" ma:fieldId="{214ea8bb-d518-495e-a0e2-0ac1ad18c527}" ma:sspId="33ef62f9-2e07-484b-bd79-00aec90129fe" ma:termSetId="6505b3fe-eead-400a-9754-f8a94624a621"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6ea894d-dc1e-4076-8a14-b31970ed8424}" ma:internalName="TaxCatchAll" ma:showField="CatchAllData" ma:web="5ac3c4d1-eb9a-45c5-a28a-f7b868401e8d">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6ea894d-dc1e-4076-8a14-b31970ed8424}" ma:internalName="TaxCatchAllLabel" ma:readOnly="true" ma:showField="CatchAllDataLabel" ma:web="5ac3c4d1-eb9a-45c5-a28a-f7b868401e8d">
      <xsd:complexType>
        <xsd:complexContent>
          <xsd:extension base="dms:MultiChoiceLookup">
            <xsd:sequence>
              <xsd:element name="Value" type="dms:Lookup" maxOccurs="unbounded" minOccurs="0" nillable="true"/>
            </xsd:sequence>
          </xsd:extension>
        </xsd:complexContent>
      </xsd:complexType>
    </xsd:element>
    <xsd:element name="k8128b1c45734e36a24fce652bc7ffb7" ma:index="12" ma:taxonomy="true" ma:internalName="k8128b1c45734e36a24fce652bc7ffb7" ma:taxonomyFieldName="ServiceLineFunction" ma:displayName="Serviceline/Sub-serviceline" ma:default="" ma:fieldId="{48128b1c-4573-4e36-a24f-ce652bc7ffb7}" ma:taxonomyMulti="true" ma:sspId="33ef62f9-2e07-484b-bd79-00aec90129fe" ma:termSetId="a54bfafd-6ceb-41d3-a4cd-e00da9f478ef" ma:anchorId="00000000-0000-0000-0000-000000000000" ma:open="false" ma:isKeyword="false">
      <xsd:complexType>
        <xsd:sequence>
          <xsd:element ref="pc:Terms" minOccurs="0" maxOccurs="1"/>
        </xsd:sequence>
      </xsd:complexType>
    </xsd:element>
    <xsd:element name="jc981bd8ab5b47fd91abb7684c0f405b" ma:index="14" ma:taxonomy="true" ma:internalName="jc981bd8ab5b47fd91abb7684c0f405b" ma:taxonomyFieldName="GeographicApplicability" ma:displayName="Geographic Applicability" ma:default="" ma:fieldId="{3c981bd8-ab5b-47fd-91ab-b7684c0f405b}" ma:taxonomyMulti="true" ma:sspId="33ef62f9-2e07-484b-bd79-00aec90129fe" ma:termSetId="d4205efd-bf5c-4aee-a8ac-d84b5a7eb933" ma:anchorId="00000000-0000-0000-0000-000000000000" ma:open="false" ma:isKeyword="false">
      <xsd:complexType>
        <xsd:sequence>
          <xsd:element ref="pc:Terms" minOccurs="0" maxOccurs="1"/>
        </xsd:sequence>
      </xsd:complexType>
    </xsd:element>
    <xsd:element name="b4187e12891e46deb4d240a4b28bdb90" ma:index="16" nillable="true" ma:taxonomy="true" ma:internalName="b4187e12891e46deb4d240a4b28bdb90" ma:taxonomyFieldName="ContentLanguage" ma:displayName="Content Language" ma:default="" ma:fieldId="{b4187e12-891e-46de-b4d2-40a4b28bdb90}" ma:taxonomyMulti="true" ma:sspId="33ef62f9-2e07-484b-bd79-00aec90129fe" ma:termSetId="de7f4a9f-9315-4ba0-93d7-d7d3ca1129ab" ma:anchorId="00000000-0000-0000-0000-000000000000" ma:open="false" ma:isKeyword="false">
      <xsd:complexType>
        <xsd:sequence>
          <xsd:element ref="pc:Terms" minOccurs="0" maxOccurs="1"/>
        </xsd:sequence>
      </xsd:complexType>
    </xsd:element>
    <xsd:element name="e0e024ccac5240e69ae9c38a41bfa7a5" ma:index="20" nillable="true" ma:taxonomy="true" ma:internalName="e0e024ccac5240e69ae9c38a41bfa7a5" ma:taxonomyFieldName="Sector" ma:displayName="Sector" ma:default="" ma:fieldId="{e0e024cc-ac52-40e6-9ae9-c38a41bfa7a5}" ma:taxonomyMulti="true" ma:sspId="33ef62f9-2e07-484b-bd79-00aec90129fe" ma:termSetId="a2f97da7-e69b-4e00-a045-c556c68352c3"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5818088-e62d-4edf-bbb6-409430aef268" elementFormDefault="qualified">
    <xsd:import namespace="http://schemas.microsoft.com/office/2006/documentManagement/types"/>
    <xsd:import namespace="http://schemas.microsoft.com/office/infopath/2007/PartnerControls"/>
    <xsd:element name="ClassificationDataNoteField" ma:index="18" nillable="true" ma:displayName="ClassificationDataNoteField" ma:internalName="ClassificationDataNoteField" ma:readOnly="true">
      <xsd:simpleType>
        <xsd:restriction base="dms:Note"/>
      </xsd:simpleType>
    </xsd:element>
    <xsd:element name="Classification_x0020_Status" ma:index="19" nillable="true" ma:displayName="Classification Status" ma:internalName="Classification_x0020_Status"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ac3c4d1-eb9a-45c5-a28a-f7b868401e8d" elementFormDefault="qualified">
    <xsd:import namespace="http://schemas.microsoft.com/office/2006/documentManagement/types"/>
    <xsd:import namespace="http://schemas.microsoft.com/office/infopath/2007/PartnerControls"/>
    <xsd:element name="CVof" ma:index="22" ma:displayName="CV of" ma:indexed="true" ma:list="UserInfo" ma:SharePointGroup="0" ma:internalName="CVof"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PrimaryCV" ma:index="23" nillable="true" ma:displayName="Primary CV" ma:default="0" ma:internalName="PrimaryCV">
      <xsd:simpleType>
        <xsd:restriction base="dms:Boolean"/>
      </xsd:simpleType>
    </xsd:element>
    <xsd:element name="EnablementKeywords" ma:index="24" nillable="true" ma:displayName="Keywords" ma:description="Marketing, Digital Marketing, Digital Channels, Banking, Australian Banks, Product, Credit Cards, Home Loans, Personal Loans, Channel Management, Customer Analytics, Digital Analytics, Data Driven Marketing, Marketing Analytics, Adobe Analytics, Adobe, Adobe Target, Adobe Audience Manager" ma:format="Dropdown" ma:internalName="EnablementKeywords">
      <xsd:simpleType>
        <xsd:restriction base="dms:Note">
          <xsd:maxLength value="255"/>
        </xsd:restriction>
      </xsd:simpleType>
    </xsd:element>
    <xsd:element name="SharedWithUsers" ma:index="2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9ead878-fd78-4048-b8b2-105abdb51426" elementFormDefault="qualified">
    <xsd:import namespace="http://schemas.microsoft.com/office/2006/documentManagement/types"/>
    <xsd:import namespace="http://schemas.microsoft.com/office/infopath/2007/PartnerControls"/>
    <xsd:element name="MediaServiceMetadata" ma:index="25" nillable="true" ma:displayName="MediaServiceMetadata" ma:hidden="true" ma:internalName="MediaServiceMetadata" ma:readOnly="true">
      <xsd:simpleType>
        <xsd:restriction base="dms:Note"/>
      </xsd:simpleType>
    </xsd:element>
    <xsd:element name="MediaServiceFastMetadata" ma:index="26" nillable="true" ma:displayName="MediaServiceFastMetadata" ma:hidden="true" ma:internalName="MediaServiceFastMetadata" ma:readOnly="true">
      <xsd:simpleType>
        <xsd:restriction base="dms:Note"/>
      </xsd:simpleType>
    </xsd:element>
    <xsd:element name="MediaServiceAutoTags" ma:index="29" nillable="true" ma:displayName="MediaServiceAutoTags" ma:internalName="MediaServiceAutoTags" ma:readOnly="true">
      <xsd:simpleType>
        <xsd:restriction base="dms:Text"/>
      </xsd:simpleType>
    </xsd:element>
    <xsd:element name="MediaServiceDateTaken" ma:index="30" nillable="true" ma:displayName="MediaServiceDateTaken" ma:hidden="true" ma:internalName="MediaServiceDateTaken" ma:readOnly="true">
      <xsd:simpleType>
        <xsd:restriction base="dms:Text"/>
      </xsd:simpleType>
    </xsd:element>
    <xsd:element name="MediaServiceOCR" ma:index="31" nillable="true" ma:displayName="MediaServiceOCR" ma:internalName="MediaServiceOCR" ma:readOnly="true">
      <xsd:simpleType>
        <xsd:restriction base="dms:Note">
          <xsd:maxLength value="255"/>
        </xsd:restriction>
      </xsd:simpleType>
    </xsd:element>
    <xsd:element name="ogea" ma:index="32" nillable="true" ma:displayName="Text" ma:internalName="ogea">
      <xsd:simpleType>
        <xsd:restriction base="dms:Text"/>
      </xsd:simpleType>
    </xsd:element>
    <xsd:element name="tb0d" ma:index="33" nillable="true" ma:displayName="Text" ma:internalName="tb0d">
      <xsd:simpleType>
        <xsd:restriction base="dms:Text"/>
      </xsd:simpleType>
    </xsd:element>
    <xsd:element name="ce6z" ma:index="34" nillable="true" ma:displayName="Text" ma:internalName="ce6z">
      <xsd:simpleType>
        <xsd:restriction base="dms:Text"/>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7BBE71C-BAC2-40BD-AE06-02AC4DD945BC}">
  <ds:schemaRefs>
    <ds:schemaRef ds:uri="http://purl.org/dc/elements/1.1/"/>
    <ds:schemaRef ds:uri="49ead878-fd78-4048-b8b2-105abdb51426"/>
    <ds:schemaRef ds:uri="http://schemas.openxmlformats.org/package/2006/metadata/core-properties"/>
    <ds:schemaRef ds:uri="50c908b1-f277-4340-90a9-4611d0b0f078"/>
    <ds:schemaRef ds:uri="http://purl.org/dc/terms/"/>
    <ds:schemaRef ds:uri="35818088-e62d-4edf-bbb6-409430aef268"/>
    <ds:schemaRef ds:uri="http://schemas.microsoft.com/office/2006/documentManagement/types"/>
    <ds:schemaRef ds:uri="5ac3c4d1-eb9a-45c5-a28a-f7b868401e8d"/>
    <ds:schemaRef ds:uri="http://schemas.microsoft.com/office/infopath/2007/PartnerControls"/>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5AC0B0E0-0566-424B-AA7A-AA519A7DA684}">
  <ds:schemaRefs>
    <ds:schemaRef ds:uri="Microsoft.SharePoint.Taxonomy.ContentTypeSync"/>
  </ds:schemaRefs>
</ds:datastoreItem>
</file>

<file path=customXml/itemProps3.xml><?xml version="1.0" encoding="utf-8"?>
<ds:datastoreItem xmlns:ds="http://schemas.openxmlformats.org/officeDocument/2006/customXml" ds:itemID="{D414DBD0-5705-4C5E-9FA2-9FE15D9452C4}">
  <ds:schemaRefs>
    <ds:schemaRef ds:uri="35818088-e62d-4edf-bbb6-409430aef268"/>
    <ds:schemaRef ds:uri="49ead878-fd78-4048-b8b2-105abdb51426"/>
    <ds:schemaRef ds:uri="50c908b1-f277-4340-90a9-4611d0b0f078"/>
    <ds:schemaRef ds:uri="5ac3c4d1-eb9a-45c5-a28a-f7b868401e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BB7AF4E4-3840-4F4F-8696-567C66558D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EY PowerPoint Onscreen (Widescreen)</Template>
  <TotalTime>38</TotalTime>
  <Words>584</Words>
  <Application>Microsoft Office PowerPoint</Application>
  <PresentationFormat>Custom</PresentationFormat>
  <Paragraphs>43</Paragraphs>
  <Slides>1</Slides>
  <Notes>1</Notes>
  <HiddenSlides>0</HiddenSlides>
  <MMClips>0</MMClips>
  <ScaleCrop>false</ScaleCrop>
  <HeadingPairs>
    <vt:vector size="8" baseType="variant">
      <vt:variant>
        <vt:lpstr>Fonts Used</vt:lpstr>
      </vt:variant>
      <vt:variant>
        <vt:i4>6</vt:i4>
      </vt:variant>
      <vt:variant>
        <vt:lpstr>Theme</vt:lpstr>
      </vt:variant>
      <vt:variant>
        <vt:i4>6</vt:i4>
      </vt:variant>
      <vt:variant>
        <vt:lpstr>Embedded OLE Servers</vt:lpstr>
      </vt:variant>
      <vt:variant>
        <vt:i4>1</vt:i4>
      </vt:variant>
      <vt:variant>
        <vt:lpstr>Slide Titles</vt:lpstr>
      </vt:variant>
      <vt:variant>
        <vt:i4>1</vt:i4>
      </vt:variant>
    </vt:vector>
  </HeadingPairs>
  <TitlesOfParts>
    <vt:vector size="14" baseType="lpstr">
      <vt:lpstr>Arial</vt:lpstr>
      <vt:lpstr>Arial Unicode MS</vt:lpstr>
      <vt:lpstr>Calibri</vt:lpstr>
      <vt:lpstr>Comic Sans MS</vt:lpstr>
      <vt:lpstr>EYInterstate</vt:lpstr>
      <vt:lpstr>EYInterstate Light</vt:lpstr>
      <vt:lpstr>EY widescreen presentation 2015 v1</vt:lpstr>
      <vt:lpstr>EY light projection</vt:lpstr>
      <vt:lpstr>EY dark print</vt:lpstr>
      <vt:lpstr>EY dark projection</vt:lpstr>
      <vt:lpstr>1_COMPANY A_theme_v0</vt:lpstr>
      <vt:lpstr>EY regular presentation 2010</vt:lpstr>
      <vt:lpstr>think-cell Slide</vt:lpstr>
      <vt:lpstr>PowerPoint Presentation</vt:lpstr>
    </vt:vector>
  </TitlesOfParts>
  <Company>Ernst &amp; Young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 Alexandre Truong</dc:title>
  <dc:creator>Brahim Abdesslam</dc:creator>
  <cp:keywords>global; PowerPoint; Templates; ribbon; Branding Zone; branding; brand; office</cp:keywords>
  <cp:lastModifiedBy>Alexandre Truong</cp:lastModifiedBy>
  <cp:revision>35</cp:revision>
  <cp:lastPrinted>2016-11-08T16:18:50Z</cp:lastPrinted>
  <dcterms:created xsi:type="dcterms:W3CDTF">2016-09-23T08:52:00Z</dcterms:created>
  <dcterms:modified xsi:type="dcterms:W3CDTF">2025-05-07T15:18:04Z</dcterms:modified>
  <cp:contentStatus>Approved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0x010100826318CDA76982469C2C3CD2CD5847410100DBFF5152FD78CE43BE193B8A1A4B983F008BB3565F0BA4AD43917984FD216E032E</vt:lpwstr>
  </property>
  <property fmtid="{D5CDD505-2E9C-101B-9397-08002B2CF9AE}" pid="3" name="EYContentType">
    <vt:lpwstr>1;#CV|d9e8f3fc-dc7d-453d-9df1-1e9e3502f833</vt:lpwstr>
  </property>
  <property fmtid="{D5CDD505-2E9C-101B-9397-08002B2CF9AE}" pid="4" name="_dlc_DocIdItemGuid">
    <vt:lpwstr>9306f788-152a-47f1-b96b-f019e553767e</vt:lpwstr>
  </property>
  <property fmtid="{D5CDD505-2E9C-101B-9397-08002B2CF9AE}" pid="5" name="Sector">
    <vt:lpwstr>34;#Insurance|5b80bbc8-1abb-48eb-87d6-894c1651c290;#34;#Insurance|5b80bbc8-1abb-48eb-87d6-894c1651c290</vt:lpwstr>
  </property>
  <property fmtid="{D5CDD505-2E9C-101B-9397-08002B2CF9AE}" pid="6" name="GeographicApplicability">
    <vt:lpwstr>150;#New York|106b4ae0-8ef9-451b-8e2d-37dc4a077d44;#150;#New York|106b4ae0-8ef9-451b-8e2d-37dc4a077d44</vt:lpwstr>
  </property>
  <property fmtid="{D5CDD505-2E9C-101B-9397-08002B2CF9AE}" pid="7" name="ContentLanguage">
    <vt:lpwstr>6;#English|556a818d-2fa5-4ece-a7c0-2ca1d2dc5c77;#6;#English|556a818d-2fa5-4ece-a7c0-2ca1d2dc5c77</vt:lpwstr>
  </property>
  <property fmtid="{D5CDD505-2E9C-101B-9397-08002B2CF9AE}" pid="8" name="ServiceLineFunction">
    <vt:lpwstr>12;#Performance Improvement|3b54a0c8-da9c-44ab-bdf1-8ad319138b7e;#886;#Advanced Analytics|3ccb1b62-bc35-4be7-ba4a-b9c045d28843;#1702;#Predictive Analytics|9eecb2d7-de7f-407e-8423-4daf6081d3ec;#1129;#Machine Learning|a4841512-a73d-4108-a1e8-718869ea9afc;#1</vt:lpwstr>
  </property>
</Properties>
</file>